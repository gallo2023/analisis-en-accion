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briel" initials="G" lastIdx="1" clrIdx="0">
    <p:extLst>
      <p:ext uri="{19B8F6BF-5375-455C-9EA6-DF929625EA0E}">
        <p15:presenceInfo xmlns:p15="http://schemas.microsoft.com/office/powerpoint/2012/main" userId="Gabri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1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AE44B1-501E-475D-B018-326DC113C3FB}" type="doc">
      <dgm:prSet loTypeId="urn:microsoft.com/office/officeart/2005/8/layout/vList6" loCatId="process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A6082C37-24C3-41A0-BAF5-1ED1D60ED3C4}">
      <dgm:prSet phldrT="[Texto]"/>
      <dgm:spPr/>
      <dgm:t>
        <a:bodyPr/>
        <a:lstStyle/>
        <a:p>
          <a:r>
            <a:rPr lang="es-ES" dirty="0"/>
            <a:t>Entrada de Datos</a:t>
          </a:r>
        </a:p>
      </dgm:t>
    </dgm:pt>
    <dgm:pt modelId="{D20AEC5B-E3DF-4FD0-9431-393919F662E9}" type="parTrans" cxnId="{B6172A1C-CFE8-4C9A-AE49-05280D1941E0}">
      <dgm:prSet/>
      <dgm:spPr/>
      <dgm:t>
        <a:bodyPr/>
        <a:lstStyle/>
        <a:p>
          <a:endParaRPr lang="es-ES"/>
        </a:p>
      </dgm:t>
    </dgm:pt>
    <dgm:pt modelId="{83EAFE85-4E90-4688-A125-B24EE69B7A03}" type="sibTrans" cxnId="{B6172A1C-CFE8-4C9A-AE49-05280D1941E0}">
      <dgm:prSet/>
      <dgm:spPr/>
      <dgm:t>
        <a:bodyPr/>
        <a:lstStyle/>
        <a:p>
          <a:endParaRPr lang="es-ES"/>
        </a:p>
      </dgm:t>
    </dgm:pt>
    <dgm:pt modelId="{827FA431-D841-499E-B19F-4D8E9FE7C2F0}">
      <dgm:prSet phldrT="[Texto]"/>
      <dgm:spPr/>
      <dgm:t>
        <a:bodyPr/>
        <a:lstStyle/>
        <a:p>
          <a:r>
            <a:rPr lang="es-ES" dirty="0"/>
            <a:t>Que datos hay en la empresa: Excel, </a:t>
          </a:r>
          <a:r>
            <a:rPr lang="es-ES" dirty="0" err="1"/>
            <a:t>Pdf</a:t>
          </a:r>
          <a:r>
            <a:rPr lang="es-ES" dirty="0"/>
            <a:t>, Web, </a:t>
          </a:r>
          <a:r>
            <a:rPr lang="es-ES" dirty="0" err="1"/>
            <a:t>etc</a:t>
          </a:r>
          <a:endParaRPr lang="es-ES" dirty="0"/>
        </a:p>
      </dgm:t>
    </dgm:pt>
    <dgm:pt modelId="{50C56017-1085-4837-82D3-F6A769A29C07}" type="parTrans" cxnId="{B1F2494B-70CC-44EF-A3C2-9D73FC15E7BD}">
      <dgm:prSet/>
      <dgm:spPr/>
      <dgm:t>
        <a:bodyPr/>
        <a:lstStyle/>
        <a:p>
          <a:endParaRPr lang="es-ES"/>
        </a:p>
      </dgm:t>
    </dgm:pt>
    <dgm:pt modelId="{728D261D-B7E4-47CA-8A91-4BAA378F9574}" type="sibTrans" cxnId="{B1F2494B-70CC-44EF-A3C2-9D73FC15E7BD}">
      <dgm:prSet/>
      <dgm:spPr/>
      <dgm:t>
        <a:bodyPr/>
        <a:lstStyle/>
        <a:p>
          <a:endParaRPr lang="es-ES"/>
        </a:p>
      </dgm:t>
    </dgm:pt>
    <dgm:pt modelId="{C1D832E9-9FD3-44A4-8D23-6076B84756BE}">
      <dgm:prSet phldrT="[Texto]"/>
      <dgm:spPr/>
      <dgm:t>
        <a:bodyPr/>
        <a:lstStyle/>
        <a:p>
          <a:r>
            <a:rPr lang="es-ES" dirty="0"/>
            <a:t>¿Es información confiable?</a:t>
          </a:r>
        </a:p>
      </dgm:t>
    </dgm:pt>
    <dgm:pt modelId="{8EF2C44F-E85D-4CC2-BFBC-42149B3FAF14}" type="parTrans" cxnId="{27BE4AEC-D3AF-442A-807E-FFD9038BABF5}">
      <dgm:prSet/>
      <dgm:spPr/>
      <dgm:t>
        <a:bodyPr/>
        <a:lstStyle/>
        <a:p>
          <a:endParaRPr lang="es-ES"/>
        </a:p>
      </dgm:t>
    </dgm:pt>
    <dgm:pt modelId="{5590A1CA-D8FE-432C-9293-50402FB8CCC4}" type="sibTrans" cxnId="{27BE4AEC-D3AF-442A-807E-FFD9038BABF5}">
      <dgm:prSet/>
      <dgm:spPr/>
      <dgm:t>
        <a:bodyPr/>
        <a:lstStyle/>
        <a:p>
          <a:endParaRPr lang="es-ES"/>
        </a:p>
      </dgm:t>
    </dgm:pt>
    <dgm:pt modelId="{8AE56364-91FF-4C74-98CA-ECA47D355996}">
      <dgm:prSet phldrT="[Texto]"/>
      <dgm:spPr/>
      <dgm:t>
        <a:bodyPr/>
        <a:lstStyle/>
        <a:p>
          <a:r>
            <a:rPr lang="es-ES" dirty="0"/>
            <a:t>Preparación de Datos</a:t>
          </a:r>
        </a:p>
      </dgm:t>
    </dgm:pt>
    <dgm:pt modelId="{77453C7C-30FB-416D-B825-1F00172D25E4}" type="parTrans" cxnId="{0BF3CD92-C512-4754-B5B4-0D1CFEA9DE36}">
      <dgm:prSet/>
      <dgm:spPr/>
      <dgm:t>
        <a:bodyPr/>
        <a:lstStyle/>
        <a:p>
          <a:endParaRPr lang="es-ES"/>
        </a:p>
      </dgm:t>
    </dgm:pt>
    <dgm:pt modelId="{D0115AD4-8E01-488E-9EA5-165212989045}" type="sibTrans" cxnId="{0BF3CD92-C512-4754-B5B4-0D1CFEA9DE36}">
      <dgm:prSet/>
      <dgm:spPr/>
      <dgm:t>
        <a:bodyPr/>
        <a:lstStyle/>
        <a:p>
          <a:endParaRPr lang="es-ES"/>
        </a:p>
      </dgm:t>
    </dgm:pt>
    <dgm:pt modelId="{436DD9A9-E95D-4261-90D5-D9A390BA77A8}">
      <dgm:prSet phldrT="[Texto]"/>
      <dgm:spPr/>
      <dgm:t>
        <a:bodyPr/>
        <a:lstStyle/>
        <a:p>
          <a:r>
            <a:rPr lang="es-ES" dirty="0"/>
            <a:t>Aplicar proceso de ETL: Extracción, Transformación y Carga</a:t>
          </a:r>
        </a:p>
      </dgm:t>
    </dgm:pt>
    <dgm:pt modelId="{CAA3CAB7-D63C-4BB8-A291-7B88441D48F9}" type="parTrans" cxnId="{61C622C8-7E8C-4C90-858E-38781640D301}">
      <dgm:prSet/>
      <dgm:spPr/>
      <dgm:t>
        <a:bodyPr/>
        <a:lstStyle/>
        <a:p>
          <a:endParaRPr lang="es-ES"/>
        </a:p>
      </dgm:t>
    </dgm:pt>
    <dgm:pt modelId="{8A6B14D8-FAF9-475F-8F2E-4FE73C7BE89A}" type="sibTrans" cxnId="{61C622C8-7E8C-4C90-858E-38781640D301}">
      <dgm:prSet/>
      <dgm:spPr/>
      <dgm:t>
        <a:bodyPr/>
        <a:lstStyle/>
        <a:p>
          <a:endParaRPr lang="es-ES"/>
        </a:p>
      </dgm:t>
    </dgm:pt>
    <dgm:pt modelId="{FE1E40FF-84A6-4C5D-BA47-3E5534DFDBDF}">
      <dgm:prSet phldrT="[Texto]"/>
      <dgm:spPr/>
      <dgm:t>
        <a:bodyPr/>
        <a:lstStyle/>
        <a:p>
          <a:r>
            <a:rPr lang="es-ES" dirty="0"/>
            <a:t>Adaptadores (Excel)</a:t>
          </a:r>
        </a:p>
      </dgm:t>
    </dgm:pt>
    <dgm:pt modelId="{634F1278-37B0-43A4-A1D8-DA54A696EA18}" type="parTrans" cxnId="{FDC51DCA-3898-41D2-A559-06DDB185DB19}">
      <dgm:prSet/>
      <dgm:spPr/>
      <dgm:t>
        <a:bodyPr/>
        <a:lstStyle/>
        <a:p>
          <a:endParaRPr lang="es-ES"/>
        </a:p>
      </dgm:t>
    </dgm:pt>
    <dgm:pt modelId="{9E74B238-3D72-43A2-B9D0-9D11134D67BF}" type="sibTrans" cxnId="{FDC51DCA-3898-41D2-A559-06DDB185DB19}">
      <dgm:prSet/>
      <dgm:spPr/>
      <dgm:t>
        <a:bodyPr/>
        <a:lstStyle/>
        <a:p>
          <a:endParaRPr lang="es-ES"/>
        </a:p>
      </dgm:t>
    </dgm:pt>
    <dgm:pt modelId="{AC30B955-1671-4A44-99E0-C8BB48860AA7}">
      <dgm:prSet phldrT="[Texto]"/>
      <dgm:spPr/>
      <dgm:t>
        <a:bodyPr/>
        <a:lstStyle/>
        <a:p>
          <a:r>
            <a:rPr lang="es-ES" dirty="0"/>
            <a:t>¿Hay “datos oscuros” que se puedan aprovechar?</a:t>
          </a:r>
        </a:p>
      </dgm:t>
    </dgm:pt>
    <dgm:pt modelId="{06257578-4C92-45FF-8E26-C055DDFCCEA8}" type="parTrans" cxnId="{7AFE6377-3B23-442C-9C3E-579D47449AC5}">
      <dgm:prSet/>
      <dgm:spPr/>
      <dgm:t>
        <a:bodyPr/>
        <a:lstStyle/>
        <a:p>
          <a:endParaRPr lang="es-ES"/>
        </a:p>
      </dgm:t>
    </dgm:pt>
    <dgm:pt modelId="{29768486-2AA5-4795-AD5C-6DE542E43C98}" type="sibTrans" cxnId="{7AFE6377-3B23-442C-9C3E-579D47449AC5}">
      <dgm:prSet/>
      <dgm:spPr/>
      <dgm:t>
        <a:bodyPr/>
        <a:lstStyle/>
        <a:p>
          <a:endParaRPr lang="es-ES"/>
        </a:p>
      </dgm:t>
    </dgm:pt>
    <dgm:pt modelId="{B2696C4B-DE57-4A73-8076-7FE5548CA00E}">
      <dgm:prSet phldrT="[Texto]"/>
      <dgm:spPr/>
      <dgm:t>
        <a:bodyPr/>
        <a:lstStyle/>
        <a:p>
          <a:r>
            <a:rPr lang="es-ES" dirty="0"/>
            <a:t>Almacenamiento y Clasificación priorizando Datos Críticos</a:t>
          </a:r>
        </a:p>
      </dgm:t>
    </dgm:pt>
    <dgm:pt modelId="{86FB8598-4FC8-4DC4-AFC9-D0381565BCC6}" type="parTrans" cxnId="{1841128C-428D-4787-A73F-329D0428C915}">
      <dgm:prSet/>
      <dgm:spPr/>
      <dgm:t>
        <a:bodyPr/>
        <a:lstStyle/>
        <a:p>
          <a:endParaRPr lang="es-ES"/>
        </a:p>
      </dgm:t>
    </dgm:pt>
    <dgm:pt modelId="{35E7BED1-9B36-4878-9743-9BF7D6E7C5AE}" type="sibTrans" cxnId="{1841128C-428D-4787-A73F-329D0428C915}">
      <dgm:prSet/>
      <dgm:spPr/>
      <dgm:t>
        <a:bodyPr/>
        <a:lstStyle/>
        <a:p>
          <a:endParaRPr lang="es-ES"/>
        </a:p>
      </dgm:t>
    </dgm:pt>
    <dgm:pt modelId="{9676CA8F-DFAC-4BFA-A044-9C08FC372BB4}">
      <dgm:prSet phldrT="[Texto]"/>
      <dgm:spPr/>
      <dgm:t>
        <a:bodyPr/>
        <a:lstStyle/>
        <a:p>
          <a:r>
            <a:rPr lang="es-ES" dirty="0" err="1"/>
            <a:t>Analisis</a:t>
          </a:r>
          <a:endParaRPr lang="es-ES" dirty="0"/>
        </a:p>
      </dgm:t>
    </dgm:pt>
    <dgm:pt modelId="{3DD73F38-79A8-49F3-98F7-7BE611EE1BA5}" type="parTrans" cxnId="{31713636-3986-4190-8BC7-BE45F73DF404}">
      <dgm:prSet/>
      <dgm:spPr/>
      <dgm:t>
        <a:bodyPr/>
        <a:lstStyle/>
        <a:p>
          <a:endParaRPr lang="es-ES"/>
        </a:p>
      </dgm:t>
    </dgm:pt>
    <dgm:pt modelId="{E76F0929-9B19-4191-8444-2286F43B49CF}" type="sibTrans" cxnId="{31713636-3986-4190-8BC7-BE45F73DF404}">
      <dgm:prSet/>
      <dgm:spPr/>
      <dgm:t>
        <a:bodyPr/>
        <a:lstStyle/>
        <a:p>
          <a:endParaRPr lang="es-ES"/>
        </a:p>
      </dgm:t>
    </dgm:pt>
    <dgm:pt modelId="{DC37AB2A-9516-432D-812B-6B114164E85F}">
      <dgm:prSet phldrT="[Texto]"/>
      <dgm:spPr/>
      <dgm:t>
        <a:bodyPr/>
        <a:lstStyle/>
        <a:p>
          <a:r>
            <a:rPr lang="es-ES" dirty="0"/>
            <a:t>Proceso de Información</a:t>
          </a:r>
        </a:p>
      </dgm:t>
    </dgm:pt>
    <dgm:pt modelId="{6E221FA4-18D4-4F44-A8B8-802CEEAFD8B2}" type="parTrans" cxnId="{3C63A539-E710-494E-8EE5-95DAA47264B8}">
      <dgm:prSet/>
      <dgm:spPr/>
      <dgm:t>
        <a:bodyPr/>
        <a:lstStyle/>
        <a:p>
          <a:endParaRPr lang="es-ES"/>
        </a:p>
      </dgm:t>
    </dgm:pt>
    <dgm:pt modelId="{D2DFF652-0C6C-433F-9124-A815080889ED}" type="sibTrans" cxnId="{3C63A539-E710-494E-8EE5-95DAA47264B8}">
      <dgm:prSet/>
      <dgm:spPr/>
      <dgm:t>
        <a:bodyPr/>
        <a:lstStyle/>
        <a:p>
          <a:endParaRPr lang="es-ES"/>
        </a:p>
      </dgm:t>
    </dgm:pt>
    <dgm:pt modelId="{2C3400CD-D445-4EC8-9A4A-6C2F7FB66595}">
      <dgm:prSet phldrT="[Texto]"/>
      <dgm:spPr/>
      <dgm:t>
        <a:bodyPr/>
        <a:lstStyle/>
        <a:p>
          <a:r>
            <a:rPr lang="es-ES" dirty="0"/>
            <a:t>Decisiones Basadas en Resultados</a:t>
          </a:r>
        </a:p>
      </dgm:t>
    </dgm:pt>
    <dgm:pt modelId="{AE4D5C7B-8C71-43E5-B1E1-1E2425A72596}" type="parTrans" cxnId="{C214CB10-FCB8-4917-AEAC-EF1BC0A70263}">
      <dgm:prSet/>
      <dgm:spPr/>
      <dgm:t>
        <a:bodyPr/>
        <a:lstStyle/>
        <a:p>
          <a:endParaRPr lang="es-ES"/>
        </a:p>
      </dgm:t>
    </dgm:pt>
    <dgm:pt modelId="{7645FBFD-F97B-4B95-8276-F59A48291974}" type="sibTrans" cxnId="{C214CB10-FCB8-4917-AEAC-EF1BC0A70263}">
      <dgm:prSet/>
      <dgm:spPr/>
      <dgm:t>
        <a:bodyPr/>
        <a:lstStyle/>
        <a:p>
          <a:endParaRPr lang="es-ES"/>
        </a:p>
      </dgm:t>
    </dgm:pt>
    <dgm:pt modelId="{B5795CF6-E27D-463A-AB9C-DF4B136567EE}">
      <dgm:prSet phldrT="[Texto]"/>
      <dgm:spPr/>
      <dgm:t>
        <a:bodyPr/>
        <a:lstStyle/>
        <a:p>
          <a:r>
            <a:rPr lang="es-ES" dirty="0"/>
            <a:t>Análisis Cualitativos/Cuantitativos: Descriptivos y/o Predictivos</a:t>
          </a:r>
        </a:p>
      </dgm:t>
    </dgm:pt>
    <dgm:pt modelId="{B52498D4-E578-4EF5-8E1F-C1F82871C1F3}" type="parTrans" cxnId="{91C80E3D-0571-489C-B1E2-D834C7A11C97}">
      <dgm:prSet/>
      <dgm:spPr/>
      <dgm:t>
        <a:bodyPr/>
        <a:lstStyle/>
        <a:p>
          <a:endParaRPr lang="es-ES"/>
        </a:p>
      </dgm:t>
    </dgm:pt>
    <dgm:pt modelId="{CC66A610-57FB-449D-AA86-72D354C5B836}" type="sibTrans" cxnId="{91C80E3D-0571-489C-B1E2-D834C7A11C97}">
      <dgm:prSet/>
      <dgm:spPr/>
      <dgm:t>
        <a:bodyPr/>
        <a:lstStyle/>
        <a:p>
          <a:endParaRPr lang="es-ES"/>
        </a:p>
      </dgm:t>
    </dgm:pt>
    <dgm:pt modelId="{D6FFC0F3-C7CA-4FB0-986A-B6352EF3206B}" type="pres">
      <dgm:prSet presAssocID="{0CAE44B1-501E-475D-B018-326DC113C3FB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s-ES"/>
        </a:p>
      </dgm:t>
    </dgm:pt>
    <dgm:pt modelId="{46A618A0-935E-4D52-8741-4F69D64D6536}" type="pres">
      <dgm:prSet presAssocID="{A6082C37-24C3-41A0-BAF5-1ED1D60ED3C4}" presName="linNode" presStyleCnt="0"/>
      <dgm:spPr/>
    </dgm:pt>
    <dgm:pt modelId="{CB176025-D9D3-44D9-9540-13A7925804EC}" type="pres">
      <dgm:prSet presAssocID="{A6082C37-24C3-41A0-BAF5-1ED1D60ED3C4}" presName="parent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696CC5E-83EA-4BFC-80F0-8BD9ABDF9BEC}" type="pres">
      <dgm:prSet presAssocID="{A6082C37-24C3-41A0-BAF5-1ED1D60ED3C4}" presName="childShp" presStyleLbl="b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E717EDF-C231-4000-8B15-C2CA7E456F6F}" type="pres">
      <dgm:prSet presAssocID="{83EAFE85-4E90-4688-A125-B24EE69B7A03}" presName="spacing" presStyleCnt="0"/>
      <dgm:spPr/>
    </dgm:pt>
    <dgm:pt modelId="{1DAAA7DB-1150-4412-BCFA-06F33850BE43}" type="pres">
      <dgm:prSet presAssocID="{8AE56364-91FF-4C74-98CA-ECA47D355996}" presName="linNode" presStyleCnt="0"/>
      <dgm:spPr/>
    </dgm:pt>
    <dgm:pt modelId="{247270F2-85CB-43EC-BC58-625C95BB5A8D}" type="pres">
      <dgm:prSet presAssocID="{8AE56364-91FF-4C74-98CA-ECA47D355996}" presName="parent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F34C6F0B-AEFE-472B-A314-5D8A441DAFAD}" type="pres">
      <dgm:prSet presAssocID="{8AE56364-91FF-4C74-98CA-ECA47D355996}" presName="childShp" presStyleLbl="b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8D04246-3678-4613-A5E3-4E61F9A47AC7}" type="pres">
      <dgm:prSet presAssocID="{D0115AD4-8E01-488E-9EA5-165212989045}" presName="spacing" presStyleCnt="0"/>
      <dgm:spPr/>
    </dgm:pt>
    <dgm:pt modelId="{29875B68-C5D9-46C9-ABC8-E1BB0D1AF0E8}" type="pres">
      <dgm:prSet presAssocID="{9676CA8F-DFAC-4BFA-A044-9C08FC372BB4}" presName="linNode" presStyleCnt="0"/>
      <dgm:spPr/>
    </dgm:pt>
    <dgm:pt modelId="{16D6E4AF-C3D2-4344-8814-3EDFDE7CDB72}" type="pres">
      <dgm:prSet presAssocID="{9676CA8F-DFAC-4BFA-A044-9C08FC372BB4}" presName="parent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AB0BA8A-0678-4C8A-88FD-CEF6474311AA}" type="pres">
      <dgm:prSet presAssocID="{9676CA8F-DFAC-4BFA-A044-9C08FC372BB4}" presName="childShp" presStyleLbl="b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1841128C-428D-4787-A73F-329D0428C915}" srcId="{8AE56364-91FF-4C74-98CA-ECA47D355996}" destId="{B2696C4B-DE57-4A73-8076-7FE5548CA00E}" srcOrd="2" destOrd="0" parTransId="{86FB8598-4FC8-4DC4-AFC9-D0381565BCC6}" sibTransId="{35E7BED1-9B36-4878-9743-9BF7D6E7C5AE}"/>
    <dgm:cxn modelId="{7AFE6377-3B23-442C-9C3E-579D47449AC5}" srcId="{A6082C37-24C3-41A0-BAF5-1ED1D60ED3C4}" destId="{AC30B955-1671-4A44-99E0-C8BB48860AA7}" srcOrd="2" destOrd="0" parTransId="{06257578-4C92-45FF-8E26-C055DDFCCEA8}" sibTransId="{29768486-2AA5-4795-AD5C-6DE542E43C98}"/>
    <dgm:cxn modelId="{05DF8616-1938-4E62-AD8F-F9610F077EC5}" type="presOf" srcId="{436DD9A9-E95D-4261-90D5-D9A390BA77A8}" destId="{F34C6F0B-AEFE-472B-A314-5D8A441DAFAD}" srcOrd="0" destOrd="0" presId="urn:microsoft.com/office/officeart/2005/8/layout/vList6"/>
    <dgm:cxn modelId="{31713636-3986-4190-8BC7-BE45F73DF404}" srcId="{0CAE44B1-501E-475D-B018-326DC113C3FB}" destId="{9676CA8F-DFAC-4BFA-A044-9C08FC372BB4}" srcOrd="2" destOrd="0" parTransId="{3DD73F38-79A8-49F3-98F7-7BE611EE1BA5}" sibTransId="{E76F0929-9B19-4191-8444-2286F43B49CF}"/>
    <dgm:cxn modelId="{36A1F97A-8C29-4F4E-B8CC-EA45BA126771}" type="presOf" srcId="{B5795CF6-E27D-463A-AB9C-DF4B136567EE}" destId="{BAB0BA8A-0678-4C8A-88FD-CEF6474311AA}" srcOrd="0" destOrd="2" presId="urn:microsoft.com/office/officeart/2005/8/layout/vList6"/>
    <dgm:cxn modelId="{C532876D-BE99-489D-8E56-CDAF8E2D6B55}" type="presOf" srcId="{0CAE44B1-501E-475D-B018-326DC113C3FB}" destId="{D6FFC0F3-C7CA-4FB0-986A-B6352EF3206B}" srcOrd="0" destOrd="0" presId="urn:microsoft.com/office/officeart/2005/8/layout/vList6"/>
    <dgm:cxn modelId="{9B8F9520-0EEC-4F2C-8B02-E2CB544AC49E}" type="presOf" srcId="{AC30B955-1671-4A44-99E0-C8BB48860AA7}" destId="{C696CC5E-83EA-4BFC-80F0-8BD9ABDF9BEC}" srcOrd="0" destOrd="2" presId="urn:microsoft.com/office/officeart/2005/8/layout/vList6"/>
    <dgm:cxn modelId="{3B8B9D9C-8B9D-42C6-A062-6B3E20855161}" type="presOf" srcId="{A6082C37-24C3-41A0-BAF5-1ED1D60ED3C4}" destId="{CB176025-D9D3-44D9-9540-13A7925804EC}" srcOrd="0" destOrd="0" presId="urn:microsoft.com/office/officeart/2005/8/layout/vList6"/>
    <dgm:cxn modelId="{91C80E3D-0571-489C-B1E2-D834C7A11C97}" srcId="{9676CA8F-DFAC-4BFA-A044-9C08FC372BB4}" destId="{B5795CF6-E27D-463A-AB9C-DF4B136567EE}" srcOrd="2" destOrd="0" parTransId="{B52498D4-E578-4EF5-8E1F-C1F82871C1F3}" sibTransId="{CC66A610-57FB-449D-AA86-72D354C5B836}"/>
    <dgm:cxn modelId="{0BF3CD92-C512-4754-B5B4-0D1CFEA9DE36}" srcId="{0CAE44B1-501E-475D-B018-326DC113C3FB}" destId="{8AE56364-91FF-4C74-98CA-ECA47D355996}" srcOrd="1" destOrd="0" parTransId="{77453C7C-30FB-416D-B825-1F00172D25E4}" sibTransId="{D0115AD4-8E01-488E-9EA5-165212989045}"/>
    <dgm:cxn modelId="{61C622C8-7E8C-4C90-858E-38781640D301}" srcId="{8AE56364-91FF-4C74-98CA-ECA47D355996}" destId="{436DD9A9-E95D-4261-90D5-D9A390BA77A8}" srcOrd="0" destOrd="0" parTransId="{CAA3CAB7-D63C-4BB8-A291-7B88441D48F9}" sibTransId="{8A6B14D8-FAF9-475F-8F2E-4FE73C7BE89A}"/>
    <dgm:cxn modelId="{1FE37C26-033D-4E6C-88B1-75C8C7F647E9}" type="presOf" srcId="{8AE56364-91FF-4C74-98CA-ECA47D355996}" destId="{247270F2-85CB-43EC-BC58-625C95BB5A8D}" srcOrd="0" destOrd="0" presId="urn:microsoft.com/office/officeart/2005/8/layout/vList6"/>
    <dgm:cxn modelId="{27BE4AEC-D3AF-442A-807E-FFD9038BABF5}" srcId="{A6082C37-24C3-41A0-BAF5-1ED1D60ED3C4}" destId="{C1D832E9-9FD3-44A4-8D23-6076B84756BE}" srcOrd="1" destOrd="0" parTransId="{8EF2C44F-E85D-4CC2-BFBC-42149B3FAF14}" sibTransId="{5590A1CA-D8FE-432C-9293-50402FB8CCC4}"/>
    <dgm:cxn modelId="{C8135528-1F02-446C-B74A-399555A42AE9}" type="presOf" srcId="{2C3400CD-D445-4EC8-9A4A-6C2F7FB66595}" destId="{BAB0BA8A-0678-4C8A-88FD-CEF6474311AA}" srcOrd="0" destOrd="1" presId="urn:microsoft.com/office/officeart/2005/8/layout/vList6"/>
    <dgm:cxn modelId="{FDC51DCA-3898-41D2-A559-06DDB185DB19}" srcId="{8AE56364-91FF-4C74-98CA-ECA47D355996}" destId="{FE1E40FF-84A6-4C5D-BA47-3E5534DFDBDF}" srcOrd="1" destOrd="0" parTransId="{634F1278-37B0-43A4-A1D8-DA54A696EA18}" sibTransId="{9E74B238-3D72-43A2-B9D0-9D11134D67BF}"/>
    <dgm:cxn modelId="{3C63A539-E710-494E-8EE5-95DAA47264B8}" srcId="{9676CA8F-DFAC-4BFA-A044-9C08FC372BB4}" destId="{DC37AB2A-9516-432D-812B-6B114164E85F}" srcOrd="0" destOrd="0" parTransId="{6E221FA4-18D4-4F44-A8B8-802CEEAFD8B2}" sibTransId="{D2DFF652-0C6C-433F-9124-A815080889ED}"/>
    <dgm:cxn modelId="{C214CB10-FCB8-4917-AEAC-EF1BC0A70263}" srcId="{9676CA8F-DFAC-4BFA-A044-9C08FC372BB4}" destId="{2C3400CD-D445-4EC8-9A4A-6C2F7FB66595}" srcOrd="1" destOrd="0" parTransId="{AE4D5C7B-8C71-43E5-B1E1-1E2425A72596}" sibTransId="{7645FBFD-F97B-4B95-8276-F59A48291974}"/>
    <dgm:cxn modelId="{D924CCE2-7A63-4C32-BEEB-496027B221ED}" type="presOf" srcId="{C1D832E9-9FD3-44A4-8D23-6076B84756BE}" destId="{C696CC5E-83EA-4BFC-80F0-8BD9ABDF9BEC}" srcOrd="0" destOrd="1" presId="urn:microsoft.com/office/officeart/2005/8/layout/vList6"/>
    <dgm:cxn modelId="{31A54EDF-5649-45EE-9808-9F63F136EC9D}" type="presOf" srcId="{B2696C4B-DE57-4A73-8076-7FE5548CA00E}" destId="{F34C6F0B-AEFE-472B-A314-5D8A441DAFAD}" srcOrd="0" destOrd="2" presId="urn:microsoft.com/office/officeart/2005/8/layout/vList6"/>
    <dgm:cxn modelId="{3700616F-170D-4C47-A259-9B2BBA2870AE}" type="presOf" srcId="{FE1E40FF-84A6-4C5D-BA47-3E5534DFDBDF}" destId="{F34C6F0B-AEFE-472B-A314-5D8A441DAFAD}" srcOrd="0" destOrd="1" presId="urn:microsoft.com/office/officeart/2005/8/layout/vList6"/>
    <dgm:cxn modelId="{C21BDA44-0448-498C-AEA9-B1CC1AEEF2B2}" type="presOf" srcId="{DC37AB2A-9516-432D-812B-6B114164E85F}" destId="{BAB0BA8A-0678-4C8A-88FD-CEF6474311AA}" srcOrd="0" destOrd="0" presId="urn:microsoft.com/office/officeart/2005/8/layout/vList6"/>
    <dgm:cxn modelId="{243B292B-498F-4920-B4E8-621A53644D16}" type="presOf" srcId="{827FA431-D841-499E-B19F-4D8E9FE7C2F0}" destId="{C696CC5E-83EA-4BFC-80F0-8BD9ABDF9BEC}" srcOrd="0" destOrd="0" presId="urn:microsoft.com/office/officeart/2005/8/layout/vList6"/>
    <dgm:cxn modelId="{3002D56E-057B-4E29-A1AF-2524679144FA}" type="presOf" srcId="{9676CA8F-DFAC-4BFA-A044-9C08FC372BB4}" destId="{16D6E4AF-C3D2-4344-8814-3EDFDE7CDB72}" srcOrd="0" destOrd="0" presId="urn:microsoft.com/office/officeart/2005/8/layout/vList6"/>
    <dgm:cxn modelId="{B1F2494B-70CC-44EF-A3C2-9D73FC15E7BD}" srcId="{A6082C37-24C3-41A0-BAF5-1ED1D60ED3C4}" destId="{827FA431-D841-499E-B19F-4D8E9FE7C2F0}" srcOrd="0" destOrd="0" parTransId="{50C56017-1085-4837-82D3-F6A769A29C07}" sibTransId="{728D261D-B7E4-47CA-8A91-4BAA378F9574}"/>
    <dgm:cxn modelId="{B6172A1C-CFE8-4C9A-AE49-05280D1941E0}" srcId="{0CAE44B1-501E-475D-B018-326DC113C3FB}" destId="{A6082C37-24C3-41A0-BAF5-1ED1D60ED3C4}" srcOrd="0" destOrd="0" parTransId="{D20AEC5B-E3DF-4FD0-9431-393919F662E9}" sibTransId="{83EAFE85-4E90-4688-A125-B24EE69B7A03}"/>
    <dgm:cxn modelId="{8942C65A-2205-492B-BFC1-ECA5EBCB3280}" type="presParOf" srcId="{D6FFC0F3-C7CA-4FB0-986A-B6352EF3206B}" destId="{46A618A0-935E-4D52-8741-4F69D64D6536}" srcOrd="0" destOrd="0" presId="urn:microsoft.com/office/officeart/2005/8/layout/vList6"/>
    <dgm:cxn modelId="{3F2D9046-294F-4019-8E6B-6ED40000140E}" type="presParOf" srcId="{46A618A0-935E-4D52-8741-4F69D64D6536}" destId="{CB176025-D9D3-44D9-9540-13A7925804EC}" srcOrd="0" destOrd="0" presId="urn:microsoft.com/office/officeart/2005/8/layout/vList6"/>
    <dgm:cxn modelId="{B479E7A6-0B6B-4216-B532-29205D7F457B}" type="presParOf" srcId="{46A618A0-935E-4D52-8741-4F69D64D6536}" destId="{C696CC5E-83EA-4BFC-80F0-8BD9ABDF9BEC}" srcOrd="1" destOrd="0" presId="urn:microsoft.com/office/officeart/2005/8/layout/vList6"/>
    <dgm:cxn modelId="{1817FB68-7431-481F-AC31-16A703C97FE8}" type="presParOf" srcId="{D6FFC0F3-C7CA-4FB0-986A-B6352EF3206B}" destId="{DE717EDF-C231-4000-8B15-C2CA7E456F6F}" srcOrd="1" destOrd="0" presId="urn:microsoft.com/office/officeart/2005/8/layout/vList6"/>
    <dgm:cxn modelId="{C0777EAA-C00B-4BBD-9CD4-C4C828B087EB}" type="presParOf" srcId="{D6FFC0F3-C7CA-4FB0-986A-B6352EF3206B}" destId="{1DAAA7DB-1150-4412-BCFA-06F33850BE43}" srcOrd="2" destOrd="0" presId="urn:microsoft.com/office/officeart/2005/8/layout/vList6"/>
    <dgm:cxn modelId="{10D8BF2A-C9D8-4259-A9BC-5FBD834DAFE8}" type="presParOf" srcId="{1DAAA7DB-1150-4412-BCFA-06F33850BE43}" destId="{247270F2-85CB-43EC-BC58-625C95BB5A8D}" srcOrd="0" destOrd="0" presId="urn:microsoft.com/office/officeart/2005/8/layout/vList6"/>
    <dgm:cxn modelId="{FE497D45-5753-41AF-816A-91E04CB367DD}" type="presParOf" srcId="{1DAAA7DB-1150-4412-BCFA-06F33850BE43}" destId="{F34C6F0B-AEFE-472B-A314-5D8A441DAFAD}" srcOrd="1" destOrd="0" presId="urn:microsoft.com/office/officeart/2005/8/layout/vList6"/>
    <dgm:cxn modelId="{61EE91D0-C1AF-45E6-830B-4CFFB0D688FC}" type="presParOf" srcId="{D6FFC0F3-C7CA-4FB0-986A-B6352EF3206B}" destId="{D8D04246-3678-4613-A5E3-4E61F9A47AC7}" srcOrd="3" destOrd="0" presId="urn:microsoft.com/office/officeart/2005/8/layout/vList6"/>
    <dgm:cxn modelId="{BCB0E517-92B2-4780-B03A-92CA9085B436}" type="presParOf" srcId="{D6FFC0F3-C7CA-4FB0-986A-B6352EF3206B}" destId="{29875B68-C5D9-46C9-ABC8-E1BB0D1AF0E8}" srcOrd="4" destOrd="0" presId="urn:microsoft.com/office/officeart/2005/8/layout/vList6"/>
    <dgm:cxn modelId="{6BAACCA0-2685-40D0-95D6-A2A0A857F4B1}" type="presParOf" srcId="{29875B68-C5D9-46C9-ABC8-E1BB0D1AF0E8}" destId="{16D6E4AF-C3D2-4344-8814-3EDFDE7CDB72}" srcOrd="0" destOrd="0" presId="urn:microsoft.com/office/officeart/2005/8/layout/vList6"/>
    <dgm:cxn modelId="{48E80D5D-6051-4BF1-91DD-164FCC8DD630}" type="presParOf" srcId="{29875B68-C5D9-46C9-ABC8-E1BB0D1AF0E8}" destId="{BAB0BA8A-0678-4C8A-88FD-CEF6474311AA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46F682-EB28-450E-A876-7585D0851171}" type="doc">
      <dgm:prSet loTypeId="urn:microsoft.com/office/officeart/2005/8/layout/vList5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26B5ED17-B996-4273-AF4F-F822BC70907C}">
      <dgm:prSet phldrT="[Texto]"/>
      <dgm:spPr/>
      <dgm:t>
        <a:bodyPr/>
        <a:lstStyle/>
        <a:p>
          <a:r>
            <a:rPr lang="es-ES" dirty="0"/>
            <a:t>Preparación de los datos</a:t>
          </a:r>
        </a:p>
      </dgm:t>
    </dgm:pt>
    <dgm:pt modelId="{373ED371-1FA6-474D-BC4A-2533C4280728}" type="parTrans" cxnId="{701A4C4B-5005-4B8C-B164-66A11073C423}">
      <dgm:prSet/>
      <dgm:spPr/>
      <dgm:t>
        <a:bodyPr/>
        <a:lstStyle/>
        <a:p>
          <a:endParaRPr lang="es-ES"/>
        </a:p>
      </dgm:t>
    </dgm:pt>
    <dgm:pt modelId="{B9347414-47C9-448F-AA53-A4E69E431C2A}" type="sibTrans" cxnId="{701A4C4B-5005-4B8C-B164-66A11073C423}">
      <dgm:prSet/>
      <dgm:spPr/>
      <dgm:t>
        <a:bodyPr/>
        <a:lstStyle/>
        <a:p>
          <a:endParaRPr lang="es-ES"/>
        </a:p>
      </dgm:t>
    </dgm:pt>
    <dgm:pt modelId="{DFDDC5E0-D8B4-4BEF-A147-73A1EEB085C6}">
      <dgm:prSet phldrT="[Texto]"/>
      <dgm:spPr/>
      <dgm:t>
        <a:bodyPr/>
        <a:lstStyle/>
        <a:p>
          <a:r>
            <a:rPr lang="es-ES" dirty="0"/>
            <a:t>Tomar Datos Recolectados Sin Procesar</a:t>
          </a:r>
        </a:p>
      </dgm:t>
    </dgm:pt>
    <dgm:pt modelId="{98652D42-04CA-4F51-B704-315221B89105}" type="parTrans" cxnId="{E8DE9A21-410B-445C-BE5F-A4D52E966819}">
      <dgm:prSet/>
      <dgm:spPr/>
      <dgm:t>
        <a:bodyPr/>
        <a:lstStyle/>
        <a:p>
          <a:endParaRPr lang="es-ES"/>
        </a:p>
      </dgm:t>
    </dgm:pt>
    <dgm:pt modelId="{1A217EDF-FCA8-4533-9961-1E13A3290622}" type="sibTrans" cxnId="{E8DE9A21-410B-445C-BE5F-A4D52E966819}">
      <dgm:prSet/>
      <dgm:spPr/>
      <dgm:t>
        <a:bodyPr/>
        <a:lstStyle/>
        <a:p>
          <a:endParaRPr lang="es-ES"/>
        </a:p>
      </dgm:t>
    </dgm:pt>
    <dgm:pt modelId="{9CA0BEBB-BF39-4E4F-8307-D72511C54FAA}">
      <dgm:prSet phldrT="[Texto]"/>
      <dgm:spPr/>
      <dgm:t>
        <a:bodyPr/>
        <a:lstStyle/>
        <a:p>
          <a:r>
            <a:rPr lang="es-ES" dirty="0"/>
            <a:t>Convertirlos en Información Confiable y Comprensible</a:t>
          </a:r>
        </a:p>
      </dgm:t>
    </dgm:pt>
    <dgm:pt modelId="{7B81CD97-8AAC-4BCC-AE9F-89853E641244}" type="parTrans" cxnId="{6E9802FB-7B7C-41BE-9CFB-049B4CAA94A5}">
      <dgm:prSet/>
      <dgm:spPr/>
      <dgm:t>
        <a:bodyPr/>
        <a:lstStyle/>
        <a:p>
          <a:endParaRPr lang="es-ES"/>
        </a:p>
      </dgm:t>
    </dgm:pt>
    <dgm:pt modelId="{8ACC48BC-0F76-4A1F-A270-5E8843DE807B}" type="sibTrans" cxnId="{6E9802FB-7B7C-41BE-9CFB-049B4CAA94A5}">
      <dgm:prSet/>
      <dgm:spPr/>
      <dgm:t>
        <a:bodyPr/>
        <a:lstStyle/>
        <a:p>
          <a:endParaRPr lang="es-ES"/>
        </a:p>
      </dgm:t>
    </dgm:pt>
    <dgm:pt modelId="{C6D37D55-7482-42D0-8A30-EA0B41DF3D7B}">
      <dgm:prSet phldrT="[Texto]"/>
      <dgm:spPr/>
      <dgm:t>
        <a:bodyPr/>
        <a:lstStyle/>
        <a:p>
          <a:r>
            <a:rPr lang="es-ES" dirty="0"/>
            <a:t>Modelado</a:t>
          </a:r>
        </a:p>
      </dgm:t>
    </dgm:pt>
    <dgm:pt modelId="{AE1E34C1-AFBE-4CBD-86E0-1BB3F3C02C40}" type="parTrans" cxnId="{F5F0EBBE-CF59-49FD-BE32-A68DB59BB9C0}">
      <dgm:prSet/>
      <dgm:spPr/>
      <dgm:t>
        <a:bodyPr/>
        <a:lstStyle/>
        <a:p>
          <a:endParaRPr lang="es-ES"/>
        </a:p>
      </dgm:t>
    </dgm:pt>
    <dgm:pt modelId="{24F06BD8-EE23-4DFA-AB85-51747D2A896C}" type="sibTrans" cxnId="{F5F0EBBE-CF59-49FD-BE32-A68DB59BB9C0}">
      <dgm:prSet/>
      <dgm:spPr/>
      <dgm:t>
        <a:bodyPr/>
        <a:lstStyle/>
        <a:p>
          <a:endParaRPr lang="es-ES"/>
        </a:p>
      </dgm:t>
    </dgm:pt>
    <dgm:pt modelId="{783B4D4A-FAFE-4360-BDE0-C727DDF2DFDA}">
      <dgm:prSet phldrT="[Texto]"/>
      <dgm:spPr/>
      <dgm:t>
        <a:bodyPr/>
        <a:lstStyle/>
        <a:p>
          <a:r>
            <a:rPr lang="es-ES" dirty="0"/>
            <a:t>Esencial para Ayudar a las Organizaciones y obtener Conclusiones Valiosas</a:t>
          </a:r>
        </a:p>
      </dgm:t>
    </dgm:pt>
    <dgm:pt modelId="{031F2B3D-9F6A-4809-A0AB-A2D999830D6F}" type="parTrans" cxnId="{E3E0D619-872C-4F29-8B7D-36FFF725E3EF}">
      <dgm:prSet/>
      <dgm:spPr/>
      <dgm:t>
        <a:bodyPr/>
        <a:lstStyle/>
        <a:p>
          <a:endParaRPr lang="es-ES"/>
        </a:p>
      </dgm:t>
    </dgm:pt>
    <dgm:pt modelId="{D0D388C9-44D2-4A9E-8721-FF24EADA421D}" type="sibTrans" cxnId="{E3E0D619-872C-4F29-8B7D-36FFF725E3EF}">
      <dgm:prSet/>
      <dgm:spPr/>
      <dgm:t>
        <a:bodyPr/>
        <a:lstStyle/>
        <a:p>
          <a:endParaRPr lang="es-ES"/>
        </a:p>
      </dgm:t>
    </dgm:pt>
    <dgm:pt modelId="{239E66AC-7938-43BB-B2F7-5692D6D1CBD2}">
      <dgm:prSet phldrT="[Texto]"/>
      <dgm:spPr/>
      <dgm:t>
        <a:bodyPr/>
        <a:lstStyle/>
        <a:p>
          <a:r>
            <a:rPr lang="es-ES" dirty="0"/>
            <a:t>Un Buen Modelo Asegura Precisión y Eficiencia de los Informes</a:t>
          </a:r>
        </a:p>
      </dgm:t>
    </dgm:pt>
    <dgm:pt modelId="{8450C94E-8EA0-4FBA-9411-24E7114DC623}" type="parTrans" cxnId="{FEFA7265-C333-433B-86BF-EACEAEA8473B}">
      <dgm:prSet/>
      <dgm:spPr/>
      <dgm:t>
        <a:bodyPr/>
        <a:lstStyle/>
        <a:p>
          <a:endParaRPr lang="es-ES"/>
        </a:p>
      </dgm:t>
    </dgm:pt>
    <dgm:pt modelId="{A0D4386E-E392-411C-85C9-6A989198E17E}" type="sibTrans" cxnId="{FEFA7265-C333-433B-86BF-EACEAEA8473B}">
      <dgm:prSet/>
      <dgm:spPr/>
      <dgm:t>
        <a:bodyPr/>
        <a:lstStyle/>
        <a:p>
          <a:endParaRPr lang="es-ES"/>
        </a:p>
      </dgm:t>
    </dgm:pt>
    <dgm:pt modelId="{12F611E6-D033-47CF-8182-668CD9F9E99D}">
      <dgm:prSet phldrT="[Texto]"/>
      <dgm:spPr/>
      <dgm:t>
        <a:bodyPr/>
        <a:lstStyle/>
        <a:p>
          <a:r>
            <a:rPr lang="es-ES" dirty="0"/>
            <a:t>Visualización</a:t>
          </a:r>
        </a:p>
      </dgm:t>
    </dgm:pt>
    <dgm:pt modelId="{5686782C-05E3-4D0F-94D5-DFAF7C412019}" type="parTrans" cxnId="{CB9D1445-3FB1-47DA-B71A-CDE2B6676F17}">
      <dgm:prSet/>
      <dgm:spPr/>
      <dgm:t>
        <a:bodyPr/>
        <a:lstStyle/>
        <a:p>
          <a:endParaRPr lang="es-ES"/>
        </a:p>
      </dgm:t>
    </dgm:pt>
    <dgm:pt modelId="{F62B3197-3B9F-4850-B1B3-55F1B42A6A0B}" type="sibTrans" cxnId="{CB9D1445-3FB1-47DA-B71A-CDE2B6676F17}">
      <dgm:prSet/>
      <dgm:spPr/>
      <dgm:t>
        <a:bodyPr/>
        <a:lstStyle/>
        <a:p>
          <a:endParaRPr lang="es-ES"/>
        </a:p>
      </dgm:t>
    </dgm:pt>
    <dgm:pt modelId="{32FB7637-33CA-4F55-AC7D-915953C96C6D}">
      <dgm:prSet phldrT="[Texto]"/>
      <dgm:spPr/>
      <dgm:t>
        <a:bodyPr/>
        <a:lstStyle/>
        <a:p>
          <a:r>
            <a:rPr lang="es-ES" dirty="0"/>
            <a:t>Concluido el Proceso y Modelado de Datos Podemos Consultarlos Visualmente</a:t>
          </a:r>
        </a:p>
      </dgm:t>
    </dgm:pt>
    <dgm:pt modelId="{798D492E-1A71-4740-9146-931A7C5A212E}" type="parTrans" cxnId="{A8C7449C-7A8B-4494-BD96-7BF9AE61D851}">
      <dgm:prSet/>
      <dgm:spPr/>
      <dgm:t>
        <a:bodyPr/>
        <a:lstStyle/>
        <a:p>
          <a:endParaRPr lang="es-ES"/>
        </a:p>
      </dgm:t>
    </dgm:pt>
    <dgm:pt modelId="{00B1FA47-F03E-4012-9D8F-656FC1BB9CDE}" type="sibTrans" cxnId="{A8C7449C-7A8B-4494-BD96-7BF9AE61D851}">
      <dgm:prSet/>
      <dgm:spPr/>
      <dgm:t>
        <a:bodyPr/>
        <a:lstStyle/>
        <a:p>
          <a:endParaRPr lang="es-ES"/>
        </a:p>
      </dgm:t>
    </dgm:pt>
    <dgm:pt modelId="{743B948A-AD25-4627-9B2E-44AA5CD48651}">
      <dgm:prSet phldrT="[Texto]"/>
      <dgm:spPr/>
      <dgm:t>
        <a:bodyPr/>
        <a:lstStyle/>
        <a:p>
          <a:r>
            <a:rPr lang="es-ES" dirty="0"/>
            <a:t>Un Informe Bien Diseñado Debe Contar una Historia de los Datos y Obtener Conclusiones</a:t>
          </a:r>
        </a:p>
      </dgm:t>
    </dgm:pt>
    <dgm:pt modelId="{C60315BD-274C-498D-88E0-E0BE889A7270}" type="parTrans" cxnId="{51A16DA3-A927-4425-88BE-5FFC3A796FA3}">
      <dgm:prSet/>
      <dgm:spPr/>
      <dgm:t>
        <a:bodyPr/>
        <a:lstStyle/>
        <a:p>
          <a:endParaRPr lang="es-ES"/>
        </a:p>
      </dgm:t>
    </dgm:pt>
    <dgm:pt modelId="{4F28E4B4-7BEA-4F14-934B-7F8651E68639}" type="sibTrans" cxnId="{51A16DA3-A927-4425-88BE-5FFC3A796FA3}">
      <dgm:prSet/>
      <dgm:spPr/>
      <dgm:t>
        <a:bodyPr/>
        <a:lstStyle/>
        <a:p>
          <a:endParaRPr lang="es-ES"/>
        </a:p>
      </dgm:t>
    </dgm:pt>
    <dgm:pt modelId="{B658DD7F-C2D4-4FAC-A867-4F69961422A3}">
      <dgm:prSet phldrT="[Texto]"/>
      <dgm:spPr/>
      <dgm:t>
        <a:bodyPr/>
        <a:lstStyle/>
        <a:p>
          <a:r>
            <a:rPr lang="es-ES" dirty="0"/>
            <a:t>Análisis</a:t>
          </a:r>
        </a:p>
      </dgm:t>
    </dgm:pt>
    <dgm:pt modelId="{BF105F84-83F8-4298-9A83-D045E0D21BF5}" type="parTrans" cxnId="{2BF348AF-01D2-4323-8DD0-2B64E32CE703}">
      <dgm:prSet/>
      <dgm:spPr/>
      <dgm:t>
        <a:bodyPr/>
        <a:lstStyle/>
        <a:p>
          <a:endParaRPr lang="es-ES"/>
        </a:p>
      </dgm:t>
    </dgm:pt>
    <dgm:pt modelId="{C49705F7-755B-40EE-960B-0FD2A8EF5D39}" type="sibTrans" cxnId="{2BF348AF-01D2-4323-8DD0-2B64E32CE703}">
      <dgm:prSet/>
      <dgm:spPr/>
      <dgm:t>
        <a:bodyPr/>
        <a:lstStyle/>
        <a:p>
          <a:endParaRPr lang="es-ES"/>
        </a:p>
      </dgm:t>
    </dgm:pt>
    <dgm:pt modelId="{06127A00-10FD-4A39-89D3-9A29E779D4D1}">
      <dgm:prSet phldrT="[Texto]"/>
      <dgm:spPr/>
      <dgm:t>
        <a:bodyPr/>
        <a:lstStyle/>
        <a:p>
          <a:r>
            <a:rPr lang="es-ES" dirty="0"/>
            <a:t>Interpretar la Información Mostrada en los Informes</a:t>
          </a:r>
        </a:p>
      </dgm:t>
    </dgm:pt>
    <dgm:pt modelId="{B51D6931-07E5-475D-9E36-A6218F00B313}" type="parTrans" cxnId="{E15A0E20-3718-4045-9DB2-F43608534A80}">
      <dgm:prSet/>
      <dgm:spPr/>
      <dgm:t>
        <a:bodyPr/>
        <a:lstStyle/>
        <a:p>
          <a:endParaRPr lang="es-ES"/>
        </a:p>
      </dgm:t>
    </dgm:pt>
    <dgm:pt modelId="{388680D2-07B6-41E5-A4E4-5895927D5911}" type="sibTrans" cxnId="{E15A0E20-3718-4045-9DB2-F43608534A80}">
      <dgm:prSet/>
      <dgm:spPr/>
      <dgm:t>
        <a:bodyPr/>
        <a:lstStyle/>
        <a:p>
          <a:endParaRPr lang="es-ES"/>
        </a:p>
      </dgm:t>
    </dgm:pt>
    <dgm:pt modelId="{9A0A8E13-836F-4DFB-BDFB-0BB9B0FB54C7}">
      <dgm:prSet phldrT="[Texto]"/>
      <dgm:spPr/>
      <dgm:t>
        <a:bodyPr/>
        <a:lstStyle/>
        <a:p>
          <a:r>
            <a:rPr lang="es-ES" dirty="0"/>
            <a:t>Asistir a Gerentes y Líderes de Áreas Interesadas (identificar Patrones y </a:t>
          </a:r>
          <a:r>
            <a:rPr lang="es-ES" dirty="0" smtClean="0"/>
            <a:t>Tendencias)</a:t>
          </a:r>
          <a:endParaRPr lang="es-ES" dirty="0"/>
        </a:p>
      </dgm:t>
    </dgm:pt>
    <dgm:pt modelId="{BAE691ED-F8AB-4BDB-90F8-503054FC7CED}" type="parTrans" cxnId="{9A67132E-1B18-4373-8C62-772532BAE9C8}">
      <dgm:prSet/>
      <dgm:spPr/>
      <dgm:t>
        <a:bodyPr/>
        <a:lstStyle/>
        <a:p>
          <a:endParaRPr lang="es-ES"/>
        </a:p>
      </dgm:t>
    </dgm:pt>
    <dgm:pt modelId="{F5E292EF-897D-4846-A5A0-F49E72D8E7C5}" type="sibTrans" cxnId="{9A67132E-1B18-4373-8C62-772532BAE9C8}">
      <dgm:prSet/>
      <dgm:spPr/>
      <dgm:t>
        <a:bodyPr/>
        <a:lstStyle/>
        <a:p>
          <a:endParaRPr lang="es-ES"/>
        </a:p>
      </dgm:t>
    </dgm:pt>
    <dgm:pt modelId="{45C8A6B6-E4FB-469A-B512-A99A0E74371A}">
      <dgm:prSet phldrT="[Texto]"/>
      <dgm:spPr/>
      <dgm:t>
        <a:bodyPr/>
        <a:lstStyle/>
        <a:p>
          <a:r>
            <a:rPr lang="es-ES" dirty="0"/>
            <a:t>Comunicar Conclusiones en Forma Comprensible para Todos</a:t>
          </a:r>
        </a:p>
      </dgm:t>
    </dgm:pt>
    <dgm:pt modelId="{5083015E-71BA-4518-9933-3A86F3BBD03B}" type="parTrans" cxnId="{1972903D-88F3-4FE9-9ED7-13F5C453476A}">
      <dgm:prSet/>
      <dgm:spPr/>
      <dgm:t>
        <a:bodyPr/>
        <a:lstStyle/>
        <a:p>
          <a:endParaRPr lang="es-ES"/>
        </a:p>
      </dgm:t>
    </dgm:pt>
    <dgm:pt modelId="{47F14728-8E16-47FC-9DD4-6663E319E31D}" type="sibTrans" cxnId="{1972903D-88F3-4FE9-9ED7-13F5C453476A}">
      <dgm:prSet/>
      <dgm:spPr/>
      <dgm:t>
        <a:bodyPr/>
        <a:lstStyle/>
        <a:p>
          <a:endParaRPr lang="es-ES"/>
        </a:p>
      </dgm:t>
    </dgm:pt>
    <dgm:pt modelId="{51BE0ACD-53E2-4C06-9F56-8ABE2B358555}" type="pres">
      <dgm:prSet presAssocID="{4346F682-EB28-450E-A876-7585D085117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9A68562-0F6C-4986-AC1E-11C5B03508FB}" type="pres">
      <dgm:prSet presAssocID="{26B5ED17-B996-4273-AF4F-F822BC70907C}" presName="linNode" presStyleCnt="0"/>
      <dgm:spPr/>
    </dgm:pt>
    <dgm:pt modelId="{3E3E7328-AB35-48FF-880D-C3956A47DE87}" type="pres">
      <dgm:prSet presAssocID="{26B5ED17-B996-4273-AF4F-F822BC70907C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73CF6E9-7FE0-44A3-B830-A437F7B4281F}" type="pres">
      <dgm:prSet presAssocID="{26B5ED17-B996-4273-AF4F-F822BC70907C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97EC4C7-8E4F-47B7-BD27-FEAB18D4CD94}" type="pres">
      <dgm:prSet presAssocID="{B9347414-47C9-448F-AA53-A4E69E431C2A}" presName="sp" presStyleCnt="0"/>
      <dgm:spPr/>
    </dgm:pt>
    <dgm:pt modelId="{0352EDBB-BDB1-4924-80D9-007C8F5D16B9}" type="pres">
      <dgm:prSet presAssocID="{C6D37D55-7482-42D0-8A30-EA0B41DF3D7B}" presName="linNode" presStyleCnt="0"/>
      <dgm:spPr/>
    </dgm:pt>
    <dgm:pt modelId="{8E20DE29-610D-440F-92F4-0A9A125F91A4}" type="pres">
      <dgm:prSet presAssocID="{C6D37D55-7482-42D0-8A30-EA0B41DF3D7B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25741C2-9A71-4D1D-97DD-22FC56419868}" type="pres">
      <dgm:prSet presAssocID="{C6D37D55-7482-42D0-8A30-EA0B41DF3D7B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2D55CC2-B8C4-46DF-9E03-9C686FBC5F3D}" type="pres">
      <dgm:prSet presAssocID="{24F06BD8-EE23-4DFA-AB85-51747D2A896C}" presName="sp" presStyleCnt="0"/>
      <dgm:spPr/>
    </dgm:pt>
    <dgm:pt modelId="{921D200A-B8CF-4C61-839A-AA3F50AA9A12}" type="pres">
      <dgm:prSet presAssocID="{12F611E6-D033-47CF-8182-668CD9F9E99D}" presName="linNode" presStyleCnt="0"/>
      <dgm:spPr/>
    </dgm:pt>
    <dgm:pt modelId="{D227B264-9280-4BC4-81D9-F6FA9638D7DF}" type="pres">
      <dgm:prSet presAssocID="{12F611E6-D033-47CF-8182-668CD9F9E99D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AC510E7-2335-4ECA-B601-D7168CE72D7A}" type="pres">
      <dgm:prSet presAssocID="{12F611E6-D033-47CF-8182-668CD9F9E99D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0F14A94-41DC-458C-A51A-D3B056C7A707}" type="pres">
      <dgm:prSet presAssocID="{F62B3197-3B9F-4850-B1B3-55F1B42A6A0B}" presName="sp" presStyleCnt="0"/>
      <dgm:spPr/>
    </dgm:pt>
    <dgm:pt modelId="{AB7E80F4-CDCC-465B-9434-A62B3D2D08DD}" type="pres">
      <dgm:prSet presAssocID="{B658DD7F-C2D4-4FAC-A867-4F69961422A3}" presName="linNode" presStyleCnt="0"/>
      <dgm:spPr/>
    </dgm:pt>
    <dgm:pt modelId="{FF6E60A6-0D22-4C75-896C-F053069E9AB0}" type="pres">
      <dgm:prSet presAssocID="{B658DD7F-C2D4-4FAC-A867-4F69961422A3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5FF4A92-5128-4518-86E0-718F80B2DC8B}" type="pres">
      <dgm:prSet presAssocID="{B658DD7F-C2D4-4FAC-A867-4F69961422A3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3DE196E-8F00-481C-8037-F9B17FB4E841}" type="presOf" srcId="{743B948A-AD25-4627-9B2E-44AA5CD48651}" destId="{7AC510E7-2335-4ECA-B601-D7168CE72D7A}" srcOrd="0" destOrd="1" presId="urn:microsoft.com/office/officeart/2005/8/layout/vList5"/>
    <dgm:cxn modelId="{6E9802FB-7B7C-41BE-9CFB-049B4CAA94A5}" srcId="{26B5ED17-B996-4273-AF4F-F822BC70907C}" destId="{9CA0BEBB-BF39-4E4F-8307-D72511C54FAA}" srcOrd="1" destOrd="0" parTransId="{7B81CD97-8AAC-4BCC-AE9F-89853E641244}" sibTransId="{8ACC48BC-0F76-4A1F-A270-5E8843DE807B}"/>
    <dgm:cxn modelId="{A8C7449C-7A8B-4494-BD96-7BF9AE61D851}" srcId="{12F611E6-D033-47CF-8182-668CD9F9E99D}" destId="{32FB7637-33CA-4F55-AC7D-915953C96C6D}" srcOrd="0" destOrd="0" parTransId="{798D492E-1A71-4740-9146-931A7C5A212E}" sibTransId="{00B1FA47-F03E-4012-9D8F-656FC1BB9CDE}"/>
    <dgm:cxn modelId="{83251580-EFEF-4A03-BEFC-A9FDFB93E64E}" type="presOf" srcId="{9A0A8E13-836F-4DFB-BDFB-0BB9B0FB54C7}" destId="{65FF4A92-5128-4518-86E0-718F80B2DC8B}" srcOrd="0" destOrd="1" presId="urn:microsoft.com/office/officeart/2005/8/layout/vList5"/>
    <dgm:cxn modelId="{A214D808-D0C9-4CCC-B531-4733D179F247}" type="presOf" srcId="{45C8A6B6-E4FB-469A-B512-A99A0E74371A}" destId="{65FF4A92-5128-4518-86E0-718F80B2DC8B}" srcOrd="0" destOrd="2" presId="urn:microsoft.com/office/officeart/2005/8/layout/vList5"/>
    <dgm:cxn modelId="{BFE0F750-7B10-4CE8-8129-E18CE886CF61}" type="presOf" srcId="{B658DD7F-C2D4-4FAC-A867-4F69961422A3}" destId="{FF6E60A6-0D22-4C75-896C-F053069E9AB0}" srcOrd="0" destOrd="0" presId="urn:microsoft.com/office/officeart/2005/8/layout/vList5"/>
    <dgm:cxn modelId="{F5F0EBBE-CF59-49FD-BE32-A68DB59BB9C0}" srcId="{4346F682-EB28-450E-A876-7585D0851171}" destId="{C6D37D55-7482-42D0-8A30-EA0B41DF3D7B}" srcOrd="1" destOrd="0" parTransId="{AE1E34C1-AFBE-4CBD-86E0-1BB3F3C02C40}" sibTransId="{24F06BD8-EE23-4DFA-AB85-51747D2A896C}"/>
    <dgm:cxn modelId="{51A16DA3-A927-4425-88BE-5FFC3A796FA3}" srcId="{12F611E6-D033-47CF-8182-668CD9F9E99D}" destId="{743B948A-AD25-4627-9B2E-44AA5CD48651}" srcOrd="1" destOrd="0" parTransId="{C60315BD-274C-498D-88E0-E0BE889A7270}" sibTransId="{4F28E4B4-7BEA-4F14-934B-7F8651E68639}"/>
    <dgm:cxn modelId="{9A67132E-1B18-4373-8C62-772532BAE9C8}" srcId="{B658DD7F-C2D4-4FAC-A867-4F69961422A3}" destId="{9A0A8E13-836F-4DFB-BDFB-0BB9B0FB54C7}" srcOrd="1" destOrd="0" parTransId="{BAE691ED-F8AB-4BDB-90F8-503054FC7CED}" sibTransId="{F5E292EF-897D-4846-A5A0-F49E72D8E7C5}"/>
    <dgm:cxn modelId="{1972903D-88F3-4FE9-9ED7-13F5C453476A}" srcId="{B658DD7F-C2D4-4FAC-A867-4F69961422A3}" destId="{45C8A6B6-E4FB-469A-B512-A99A0E74371A}" srcOrd="2" destOrd="0" parTransId="{5083015E-71BA-4518-9933-3A86F3BBD03B}" sibTransId="{47F14728-8E16-47FC-9DD4-6663E319E31D}"/>
    <dgm:cxn modelId="{60B3CB1D-85FD-4DBD-B7B6-466456624521}" type="presOf" srcId="{32FB7637-33CA-4F55-AC7D-915953C96C6D}" destId="{7AC510E7-2335-4ECA-B601-D7168CE72D7A}" srcOrd="0" destOrd="0" presId="urn:microsoft.com/office/officeart/2005/8/layout/vList5"/>
    <dgm:cxn modelId="{7609C633-1D71-46D4-8409-55A8CAD1F37F}" type="presOf" srcId="{12F611E6-D033-47CF-8182-668CD9F9E99D}" destId="{D227B264-9280-4BC4-81D9-F6FA9638D7DF}" srcOrd="0" destOrd="0" presId="urn:microsoft.com/office/officeart/2005/8/layout/vList5"/>
    <dgm:cxn modelId="{67FA5DAA-45AA-4334-B01F-2C774A6DDA9C}" type="presOf" srcId="{4346F682-EB28-450E-A876-7585D0851171}" destId="{51BE0ACD-53E2-4C06-9F56-8ABE2B358555}" srcOrd="0" destOrd="0" presId="urn:microsoft.com/office/officeart/2005/8/layout/vList5"/>
    <dgm:cxn modelId="{2BF348AF-01D2-4323-8DD0-2B64E32CE703}" srcId="{4346F682-EB28-450E-A876-7585D0851171}" destId="{B658DD7F-C2D4-4FAC-A867-4F69961422A3}" srcOrd="3" destOrd="0" parTransId="{BF105F84-83F8-4298-9A83-D045E0D21BF5}" sibTransId="{C49705F7-755B-40EE-960B-0FD2A8EF5D39}"/>
    <dgm:cxn modelId="{FEFA7265-C333-433B-86BF-EACEAEA8473B}" srcId="{C6D37D55-7482-42D0-8A30-EA0B41DF3D7B}" destId="{239E66AC-7938-43BB-B2F7-5692D6D1CBD2}" srcOrd="1" destOrd="0" parTransId="{8450C94E-8EA0-4FBA-9411-24E7114DC623}" sibTransId="{A0D4386E-E392-411C-85C9-6A989198E17E}"/>
    <dgm:cxn modelId="{E15A0E20-3718-4045-9DB2-F43608534A80}" srcId="{B658DD7F-C2D4-4FAC-A867-4F69961422A3}" destId="{06127A00-10FD-4A39-89D3-9A29E779D4D1}" srcOrd="0" destOrd="0" parTransId="{B51D6931-07E5-475D-9E36-A6218F00B313}" sibTransId="{388680D2-07B6-41E5-A4E4-5895927D5911}"/>
    <dgm:cxn modelId="{CB9D1445-3FB1-47DA-B71A-CDE2B6676F17}" srcId="{4346F682-EB28-450E-A876-7585D0851171}" destId="{12F611E6-D033-47CF-8182-668CD9F9E99D}" srcOrd="2" destOrd="0" parTransId="{5686782C-05E3-4D0F-94D5-DFAF7C412019}" sibTransId="{F62B3197-3B9F-4850-B1B3-55F1B42A6A0B}"/>
    <dgm:cxn modelId="{87F015AD-4D82-4D6E-98EF-25D061C9BB5C}" type="presOf" srcId="{DFDDC5E0-D8B4-4BEF-A147-73A1EEB085C6}" destId="{573CF6E9-7FE0-44A3-B830-A437F7B4281F}" srcOrd="0" destOrd="0" presId="urn:microsoft.com/office/officeart/2005/8/layout/vList5"/>
    <dgm:cxn modelId="{968F7F4D-B3D7-4914-A948-02A67B6377ED}" type="presOf" srcId="{239E66AC-7938-43BB-B2F7-5692D6D1CBD2}" destId="{C25741C2-9A71-4D1D-97DD-22FC56419868}" srcOrd="0" destOrd="1" presId="urn:microsoft.com/office/officeart/2005/8/layout/vList5"/>
    <dgm:cxn modelId="{61E68976-BB32-4ADA-A490-6D8AC0393EC0}" type="presOf" srcId="{9CA0BEBB-BF39-4E4F-8307-D72511C54FAA}" destId="{573CF6E9-7FE0-44A3-B830-A437F7B4281F}" srcOrd="0" destOrd="1" presId="urn:microsoft.com/office/officeart/2005/8/layout/vList5"/>
    <dgm:cxn modelId="{E8DE9A21-410B-445C-BE5F-A4D52E966819}" srcId="{26B5ED17-B996-4273-AF4F-F822BC70907C}" destId="{DFDDC5E0-D8B4-4BEF-A147-73A1EEB085C6}" srcOrd="0" destOrd="0" parTransId="{98652D42-04CA-4F51-B704-315221B89105}" sibTransId="{1A217EDF-FCA8-4533-9961-1E13A3290622}"/>
    <dgm:cxn modelId="{701A4C4B-5005-4B8C-B164-66A11073C423}" srcId="{4346F682-EB28-450E-A876-7585D0851171}" destId="{26B5ED17-B996-4273-AF4F-F822BC70907C}" srcOrd="0" destOrd="0" parTransId="{373ED371-1FA6-474D-BC4A-2533C4280728}" sibTransId="{B9347414-47C9-448F-AA53-A4E69E431C2A}"/>
    <dgm:cxn modelId="{FAFCC25E-B356-4A0D-895F-340BA24A1680}" type="presOf" srcId="{783B4D4A-FAFE-4360-BDE0-C727DDF2DFDA}" destId="{C25741C2-9A71-4D1D-97DD-22FC56419868}" srcOrd="0" destOrd="0" presId="urn:microsoft.com/office/officeart/2005/8/layout/vList5"/>
    <dgm:cxn modelId="{3563600D-4106-41F6-8D36-24157CEC4D24}" type="presOf" srcId="{06127A00-10FD-4A39-89D3-9A29E779D4D1}" destId="{65FF4A92-5128-4518-86E0-718F80B2DC8B}" srcOrd="0" destOrd="0" presId="urn:microsoft.com/office/officeart/2005/8/layout/vList5"/>
    <dgm:cxn modelId="{E3E0D619-872C-4F29-8B7D-36FFF725E3EF}" srcId="{C6D37D55-7482-42D0-8A30-EA0B41DF3D7B}" destId="{783B4D4A-FAFE-4360-BDE0-C727DDF2DFDA}" srcOrd="0" destOrd="0" parTransId="{031F2B3D-9F6A-4809-A0AB-A2D999830D6F}" sibTransId="{D0D388C9-44D2-4A9E-8721-FF24EADA421D}"/>
    <dgm:cxn modelId="{FBC85777-DA99-45F1-8083-8DA1BE6822CF}" type="presOf" srcId="{26B5ED17-B996-4273-AF4F-F822BC70907C}" destId="{3E3E7328-AB35-48FF-880D-C3956A47DE87}" srcOrd="0" destOrd="0" presId="urn:microsoft.com/office/officeart/2005/8/layout/vList5"/>
    <dgm:cxn modelId="{F9A8B10F-30BA-400F-9738-1CF60DDC2AB5}" type="presOf" srcId="{C6D37D55-7482-42D0-8A30-EA0B41DF3D7B}" destId="{8E20DE29-610D-440F-92F4-0A9A125F91A4}" srcOrd="0" destOrd="0" presId="urn:microsoft.com/office/officeart/2005/8/layout/vList5"/>
    <dgm:cxn modelId="{811234B4-5E49-41C6-A40D-82AE749BC634}" type="presParOf" srcId="{51BE0ACD-53E2-4C06-9F56-8ABE2B358555}" destId="{99A68562-0F6C-4986-AC1E-11C5B03508FB}" srcOrd="0" destOrd="0" presId="urn:microsoft.com/office/officeart/2005/8/layout/vList5"/>
    <dgm:cxn modelId="{862EF853-5234-462D-BD66-61ECD5E514D5}" type="presParOf" srcId="{99A68562-0F6C-4986-AC1E-11C5B03508FB}" destId="{3E3E7328-AB35-48FF-880D-C3956A47DE87}" srcOrd="0" destOrd="0" presId="urn:microsoft.com/office/officeart/2005/8/layout/vList5"/>
    <dgm:cxn modelId="{4143CB94-853C-4EFF-87A0-DD4FE89DC931}" type="presParOf" srcId="{99A68562-0F6C-4986-AC1E-11C5B03508FB}" destId="{573CF6E9-7FE0-44A3-B830-A437F7B4281F}" srcOrd="1" destOrd="0" presId="urn:microsoft.com/office/officeart/2005/8/layout/vList5"/>
    <dgm:cxn modelId="{0F00D23C-6CB5-4F33-855D-3C91D2F89212}" type="presParOf" srcId="{51BE0ACD-53E2-4C06-9F56-8ABE2B358555}" destId="{697EC4C7-8E4F-47B7-BD27-FEAB18D4CD94}" srcOrd="1" destOrd="0" presId="urn:microsoft.com/office/officeart/2005/8/layout/vList5"/>
    <dgm:cxn modelId="{D1E02623-9375-4251-9DD9-6D02E6D7A8ED}" type="presParOf" srcId="{51BE0ACD-53E2-4C06-9F56-8ABE2B358555}" destId="{0352EDBB-BDB1-4924-80D9-007C8F5D16B9}" srcOrd="2" destOrd="0" presId="urn:microsoft.com/office/officeart/2005/8/layout/vList5"/>
    <dgm:cxn modelId="{8CDBFD47-8C74-46C3-8E4A-6039F8467E5B}" type="presParOf" srcId="{0352EDBB-BDB1-4924-80D9-007C8F5D16B9}" destId="{8E20DE29-610D-440F-92F4-0A9A125F91A4}" srcOrd="0" destOrd="0" presId="urn:microsoft.com/office/officeart/2005/8/layout/vList5"/>
    <dgm:cxn modelId="{66EA120A-D5AB-453F-B4B9-11082354C14C}" type="presParOf" srcId="{0352EDBB-BDB1-4924-80D9-007C8F5D16B9}" destId="{C25741C2-9A71-4D1D-97DD-22FC56419868}" srcOrd="1" destOrd="0" presId="urn:microsoft.com/office/officeart/2005/8/layout/vList5"/>
    <dgm:cxn modelId="{AC024D7E-AC71-4539-A9B9-0D303872859A}" type="presParOf" srcId="{51BE0ACD-53E2-4C06-9F56-8ABE2B358555}" destId="{12D55CC2-B8C4-46DF-9E03-9C686FBC5F3D}" srcOrd="3" destOrd="0" presId="urn:microsoft.com/office/officeart/2005/8/layout/vList5"/>
    <dgm:cxn modelId="{A1762289-ACDE-4F31-878F-63A0B84E32A0}" type="presParOf" srcId="{51BE0ACD-53E2-4C06-9F56-8ABE2B358555}" destId="{921D200A-B8CF-4C61-839A-AA3F50AA9A12}" srcOrd="4" destOrd="0" presId="urn:microsoft.com/office/officeart/2005/8/layout/vList5"/>
    <dgm:cxn modelId="{83CE51AB-87DB-4F3A-A8F6-570F3ECEA535}" type="presParOf" srcId="{921D200A-B8CF-4C61-839A-AA3F50AA9A12}" destId="{D227B264-9280-4BC4-81D9-F6FA9638D7DF}" srcOrd="0" destOrd="0" presId="urn:microsoft.com/office/officeart/2005/8/layout/vList5"/>
    <dgm:cxn modelId="{CE9148AE-D446-4E53-8016-F5BD53B77FDA}" type="presParOf" srcId="{921D200A-B8CF-4C61-839A-AA3F50AA9A12}" destId="{7AC510E7-2335-4ECA-B601-D7168CE72D7A}" srcOrd="1" destOrd="0" presId="urn:microsoft.com/office/officeart/2005/8/layout/vList5"/>
    <dgm:cxn modelId="{612EE6F4-FE86-4868-BFDE-CA38E8E0646E}" type="presParOf" srcId="{51BE0ACD-53E2-4C06-9F56-8ABE2B358555}" destId="{A0F14A94-41DC-458C-A51A-D3B056C7A707}" srcOrd="5" destOrd="0" presId="urn:microsoft.com/office/officeart/2005/8/layout/vList5"/>
    <dgm:cxn modelId="{227C7E6B-8077-4C2D-8FB0-4723B9377A01}" type="presParOf" srcId="{51BE0ACD-53E2-4C06-9F56-8ABE2B358555}" destId="{AB7E80F4-CDCC-465B-9434-A62B3D2D08DD}" srcOrd="6" destOrd="0" presId="urn:microsoft.com/office/officeart/2005/8/layout/vList5"/>
    <dgm:cxn modelId="{299CAFBB-008E-4A4B-A7A8-88BD50C502AB}" type="presParOf" srcId="{AB7E80F4-CDCC-465B-9434-A62B3D2D08DD}" destId="{FF6E60A6-0D22-4C75-896C-F053069E9AB0}" srcOrd="0" destOrd="0" presId="urn:microsoft.com/office/officeart/2005/8/layout/vList5"/>
    <dgm:cxn modelId="{C4A4551A-97A6-4232-BCED-C8E81ED08A84}" type="presParOf" srcId="{AB7E80F4-CDCC-465B-9434-A62B3D2D08DD}" destId="{65FF4A92-5128-4518-86E0-718F80B2DC8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D0D474-B8B4-437E-B684-8FA2C5CE5E2A}" type="doc">
      <dgm:prSet loTypeId="urn:microsoft.com/office/officeart/2008/layout/PictureAccentList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37E15EF5-6A2D-48A7-8FA6-4C5F2EF3D83A}">
      <dgm:prSet phldrT="[Texto]"/>
      <dgm:spPr/>
      <dgm:t>
        <a:bodyPr/>
        <a:lstStyle/>
        <a:p>
          <a:r>
            <a:rPr lang="es-ES" dirty="0"/>
            <a:t>Narrativa de Datos</a:t>
          </a:r>
        </a:p>
      </dgm:t>
    </dgm:pt>
    <dgm:pt modelId="{EA41D6DE-8198-4600-B3E3-A4F22F30E4ED}" type="parTrans" cxnId="{A79BBFDA-7314-4717-8069-D730C85AF48C}">
      <dgm:prSet/>
      <dgm:spPr/>
      <dgm:t>
        <a:bodyPr/>
        <a:lstStyle/>
        <a:p>
          <a:endParaRPr lang="es-ES"/>
        </a:p>
      </dgm:t>
    </dgm:pt>
    <dgm:pt modelId="{648FAB54-1999-47A1-BDB7-06A56676F639}" type="sibTrans" cxnId="{A79BBFDA-7314-4717-8069-D730C85AF48C}">
      <dgm:prSet/>
      <dgm:spPr/>
      <dgm:t>
        <a:bodyPr/>
        <a:lstStyle/>
        <a:p>
          <a:endParaRPr lang="es-ES"/>
        </a:p>
      </dgm:t>
    </dgm:pt>
    <dgm:pt modelId="{1E808D5F-09D6-4301-B9E7-14B507174C54}">
      <dgm:prSet phldrT="[Texto]"/>
      <dgm:spPr/>
      <dgm:t>
        <a:bodyPr/>
        <a:lstStyle/>
        <a:p>
          <a:r>
            <a:rPr lang="es-ES" dirty="0"/>
            <a:t>Informes, </a:t>
          </a:r>
          <a:r>
            <a:rPr lang="es-ES" dirty="0" err="1"/>
            <a:t>Dashboard</a:t>
          </a:r>
          <a:r>
            <a:rPr lang="es-ES" dirty="0"/>
            <a:t>, Reportes, Seguimientos, </a:t>
          </a:r>
          <a:r>
            <a:rPr lang="es-ES" dirty="0" err="1"/>
            <a:t>etc</a:t>
          </a:r>
          <a:endParaRPr lang="es-ES" dirty="0"/>
        </a:p>
      </dgm:t>
    </dgm:pt>
    <dgm:pt modelId="{2BB95E33-A085-4B9B-9278-823D4BBE9C6F}" type="parTrans" cxnId="{EF2296AB-5B27-46A8-874B-9235380EC3E1}">
      <dgm:prSet/>
      <dgm:spPr/>
      <dgm:t>
        <a:bodyPr/>
        <a:lstStyle/>
        <a:p>
          <a:endParaRPr lang="es-ES"/>
        </a:p>
      </dgm:t>
    </dgm:pt>
    <dgm:pt modelId="{5E3C4340-A2C4-472F-9D0B-5D9DB534BBF3}" type="sibTrans" cxnId="{EF2296AB-5B27-46A8-874B-9235380EC3E1}">
      <dgm:prSet/>
      <dgm:spPr/>
      <dgm:t>
        <a:bodyPr/>
        <a:lstStyle/>
        <a:p>
          <a:endParaRPr lang="es-ES"/>
        </a:p>
      </dgm:t>
    </dgm:pt>
    <dgm:pt modelId="{17E25FA5-3FBA-4F0D-98D3-1D5824922FDA}">
      <dgm:prSet phldrT="[Texto]"/>
      <dgm:spPr/>
      <dgm:t>
        <a:bodyPr/>
        <a:lstStyle/>
        <a:p>
          <a:r>
            <a:rPr lang="es-ES" dirty="0"/>
            <a:t>Visualizaciones Interactivas, </a:t>
          </a:r>
          <a:r>
            <a:rPr lang="es-ES" dirty="0" err="1"/>
            <a:t>Dashboards</a:t>
          </a:r>
          <a:r>
            <a:rPr lang="es-ES" dirty="0"/>
            <a:t>/Reportes Online</a:t>
          </a:r>
        </a:p>
      </dgm:t>
    </dgm:pt>
    <dgm:pt modelId="{BD7E289D-4C81-4E72-AD38-FD7F0165DC7A}" type="parTrans" cxnId="{194C8B20-4DFC-40C0-B330-3D01DBD54F2B}">
      <dgm:prSet/>
      <dgm:spPr/>
      <dgm:t>
        <a:bodyPr/>
        <a:lstStyle/>
        <a:p>
          <a:endParaRPr lang="es-ES"/>
        </a:p>
      </dgm:t>
    </dgm:pt>
    <dgm:pt modelId="{8F553856-B7BE-4680-8C0E-18B4CA8E9CDD}" type="sibTrans" cxnId="{194C8B20-4DFC-40C0-B330-3D01DBD54F2B}">
      <dgm:prSet/>
      <dgm:spPr/>
      <dgm:t>
        <a:bodyPr/>
        <a:lstStyle/>
        <a:p>
          <a:endParaRPr lang="es-ES"/>
        </a:p>
      </dgm:t>
    </dgm:pt>
    <dgm:pt modelId="{189E6A58-EDB6-43D6-928D-D3443047C601}">
      <dgm:prSet phldrT="[Texto]"/>
      <dgm:spPr/>
      <dgm:t>
        <a:bodyPr/>
        <a:lstStyle/>
        <a:p>
          <a:r>
            <a:rPr lang="es-ES" dirty="0"/>
            <a:t>Presentaciones Informativas/Operativas</a:t>
          </a:r>
        </a:p>
      </dgm:t>
    </dgm:pt>
    <dgm:pt modelId="{EA5F1FA0-23AD-4021-B1FC-6120FDA9D394}" type="parTrans" cxnId="{398D14AE-EE79-4EC5-BE72-978A7F190241}">
      <dgm:prSet/>
      <dgm:spPr/>
      <dgm:t>
        <a:bodyPr/>
        <a:lstStyle/>
        <a:p>
          <a:endParaRPr lang="es-ES"/>
        </a:p>
      </dgm:t>
    </dgm:pt>
    <dgm:pt modelId="{42656CD8-C886-4EE8-A895-50D4122F7848}" type="sibTrans" cxnId="{398D14AE-EE79-4EC5-BE72-978A7F190241}">
      <dgm:prSet/>
      <dgm:spPr/>
      <dgm:t>
        <a:bodyPr/>
        <a:lstStyle/>
        <a:p>
          <a:endParaRPr lang="es-ES"/>
        </a:p>
      </dgm:t>
    </dgm:pt>
    <dgm:pt modelId="{B871669B-49DA-4DE7-9E2B-80CE830AD113}">
      <dgm:prSet phldrT="[Texto]"/>
      <dgm:spPr/>
      <dgm:t>
        <a:bodyPr/>
        <a:lstStyle/>
        <a:p>
          <a:r>
            <a:rPr lang="es-ES" dirty="0"/>
            <a:t>En Desarrollo: Reportes Ágiles, Formatos Exportables y Portables</a:t>
          </a:r>
        </a:p>
      </dgm:t>
    </dgm:pt>
    <dgm:pt modelId="{737E08CF-61B6-4EED-A629-38EDC70EFC33}" type="parTrans" cxnId="{9B8BEDBD-9B37-4C50-9364-5D309AD6231E}">
      <dgm:prSet/>
      <dgm:spPr/>
      <dgm:t>
        <a:bodyPr/>
        <a:lstStyle/>
        <a:p>
          <a:endParaRPr lang="es-ES"/>
        </a:p>
      </dgm:t>
    </dgm:pt>
    <dgm:pt modelId="{070293C2-543D-4EAF-B017-E399C3A38872}" type="sibTrans" cxnId="{9B8BEDBD-9B37-4C50-9364-5D309AD6231E}">
      <dgm:prSet/>
      <dgm:spPr/>
      <dgm:t>
        <a:bodyPr/>
        <a:lstStyle/>
        <a:p>
          <a:endParaRPr lang="es-ES"/>
        </a:p>
      </dgm:t>
    </dgm:pt>
    <dgm:pt modelId="{C9C09AE0-71C5-4758-B9E8-F359B01CCFF9}" type="pres">
      <dgm:prSet presAssocID="{27D0D474-B8B4-437E-B684-8FA2C5CE5E2A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ES"/>
        </a:p>
      </dgm:t>
    </dgm:pt>
    <dgm:pt modelId="{B7DC675D-3086-42BD-8982-F457914CE85B}" type="pres">
      <dgm:prSet presAssocID="{37E15EF5-6A2D-48A7-8FA6-4C5F2EF3D83A}" presName="root" presStyleCnt="0">
        <dgm:presLayoutVars>
          <dgm:chMax/>
          <dgm:chPref val="4"/>
        </dgm:presLayoutVars>
      </dgm:prSet>
      <dgm:spPr/>
    </dgm:pt>
    <dgm:pt modelId="{66B997B9-E740-420C-BE11-E8AA4A58B04A}" type="pres">
      <dgm:prSet presAssocID="{37E15EF5-6A2D-48A7-8FA6-4C5F2EF3D83A}" presName="rootComposite" presStyleCnt="0">
        <dgm:presLayoutVars/>
      </dgm:prSet>
      <dgm:spPr/>
    </dgm:pt>
    <dgm:pt modelId="{878E8FBE-D550-4ED2-8118-762B64E5B7A7}" type="pres">
      <dgm:prSet presAssocID="{37E15EF5-6A2D-48A7-8FA6-4C5F2EF3D83A}" presName="rootText" presStyleLbl="node0" presStyleIdx="0" presStyleCnt="1">
        <dgm:presLayoutVars>
          <dgm:chMax/>
          <dgm:chPref val="4"/>
        </dgm:presLayoutVars>
      </dgm:prSet>
      <dgm:spPr/>
      <dgm:t>
        <a:bodyPr/>
        <a:lstStyle/>
        <a:p>
          <a:endParaRPr lang="es-ES"/>
        </a:p>
      </dgm:t>
    </dgm:pt>
    <dgm:pt modelId="{BE33A03F-0354-46CD-B0DE-AD8C0C9460BE}" type="pres">
      <dgm:prSet presAssocID="{37E15EF5-6A2D-48A7-8FA6-4C5F2EF3D83A}" presName="childShape" presStyleCnt="0">
        <dgm:presLayoutVars>
          <dgm:chMax val="0"/>
          <dgm:chPref val="0"/>
        </dgm:presLayoutVars>
      </dgm:prSet>
      <dgm:spPr/>
    </dgm:pt>
    <dgm:pt modelId="{ED9C14AA-5050-4C91-A35A-61424F27BC42}" type="pres">
      <dgm:prSet presAssocID="{1E808D5F-09D6-4301-B9E7-14B507174C54}" presName="childComposite" presStyleCnt="0">
        <dgm:presLayoutVars>
          <dgm:chMax val="0"/>
          <dgm:chPref val="0"/>
        </dgm:presLayoutVars>
      </dgm:prSet>
      <dgm:spPr/>
    </dgm:pt>
    <dgm:pt modelId="{CA734D28-30E4-4D4B-B36D-402990B8331B}" type="pres">
      <dgm:prSet presAssocID="{1E808D5F-09D6-4301-B9E7-14B507174C54}" presName="Image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</dgm:spPr>
    </dgm:pt>
    <dgm:pt modelId="{62011679-812E-4EE1-AA8D-2CEFEF24AADA}" type="pres">
      <dgm:prSet presAssocID="{1E808D5F-09D6-4301-B9E7-14B507174C54}" presName="childText" presStyleLbl="l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2B772C8-07C3-4299-BD0C-47EC5D601FB8}" type="pres">
      <dgm:prSet presAssocID="{17E25FA5-3FBA-4F0D-98D3-1D5824922FDA}" presName="childComposite" presStyleCnt="0">
        <dgm:presLayoutVars>
          <dgm:chMax val="0"/>
          <dgm:chPref val="0"/>
        </dgm:presLayoutVars>
      </dgm:prSet>
      <dgm:spPr/>
    </dgm:pt>
    <dgm:pt modelId="{57F8684D-0171-4033-9BA7-7570B202D2A1}" type="pres">
      <dgm:prSet presAssocID="{17E25FA5-3FBA-4F0D-98D3-1D5824922FDA}" presName="Image" presStyleLbl="nod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A7E68EF2-A38C-496C-AC94-0341FE3AF831}" type="pres">
      <dgm:prSet presAssocID="{17E25FA5-3FBA-4F0D-98D3-1D5824922FDA}" presName="childText" presStyleLbl="l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C0F84B3-A080-4246-AC89-59754364F898}" type="pres">
      <dgm:prSet presAssocID="{189E6A58-EDB6-43D6-928D-D3443047C601}" presName="childComposite" presStyleCnt="0">
        <dgm:presLayoutVars>
          <dgm:chMax val="0"/>
          <dgm:chPref val="0"/>
        </dgm:presLayoutVars>
      </dgm:prSet>
      <dgm:spPr/>
    </dgm:pt>
    <dgm:pt modelId="{FCE04B71-44B9-45D3-BF2C-F4D317BBF85A}" type="pres">
      <dgm:prSet presAssocID="{189E6A58-EDB6-43D6-928D-D3443047C601}" presName="Image" presStyleLbl="nod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</dgm:spPr>
    </dgm:pt>
    <dgm:pt modelId="{F838269D-FF62-4890-A0F3-09F496374736}" type="pres">
      <dgm:prSet presAssocID="{189E6A58-EDB6-43D6-928D-D3443047C601}" presName="childText" presStyleLbl="l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9C0983E-CC1A-4CCD-8454-EB734BD9A854}" type="pres">
      <dgm:prSet presAssocID="{B871669B-49DA-4DE7-9E2B-80CE830AD113}" presName="childComposite" presStyleCnt="0">
        <dgm:presLayoutVars>
          <dgm:chMax val="0"/>
          <dgm:chPref val="0"/>
        </dgm:presLayoutVars>
      </dgm:prSet>
      <dgm:spPr/>
    </dgm:pt>
    <dgm:pt modelId="{F1B96171-1543-4AD8-9967-1AB43A1F5555}" type="pres">
      <dgm:prSet presAssocID="{B871669B-49DA-4DE7-9E2B-80CE830AD113}" presName="Image" presStyleLbl="nod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4000" r="-44000"/>
          </a:stretch>
        </a:blipFill>
      </dgm:spPr>
    </dgm:pt>
    <dgm:pt modelId="{1FB0AD93-4C14-4F4F-8DA5-DEF38FE74533}" type="pres">
      <dgm:prSet presAssocID="{B871669B-49DA-4DE7-9E2B-80CE830AD113}" presName="childText" presStyleLbl="l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D84DF25-DB13-4977-8D28-3203A8BDACED}" type="presOf" srcId="{37E15EF5-6A2D-48A7-8FA6-4C5F2EF3D83A}" destId="{878E8FBE-D550-4ED2-8118-762B64E5B7A7}" srcOrd="0" destOrd="0" presId="urn:microsoft.com/office/officeart/2008/layout/PictureAccentList"/>
    <dgm:cxn modelId="{1C6C11A6-F030-4A8F-A04A-B10FB786152A}" type="presOf" srcId="{17E25FA5-3FBA-4F0D-98D3-1D5824922FDA}" destId="{A7E68EF2-A38C-496C-AC94-0341FE3AF831}" srcOrd="0" destOrd="0" presId="urn:microsoft.com/office/officeart/2008/layout/PictureAccentList"/>
    <dgm:cxn modelId="{194C8B20-4DFC-40C0-B330-3D01DBD54F2B}" srcId="{37E15EF5-6A2D-48A7-8FA6-4C5F2EF3D83A}" destId="{17E25FA5-3FBA-4F0D-98D3-1D5824922FDA}" srcOrd="1" destOrd="0" parTransId="{BD7E289D-4C81-4E72-AD38-FD7F0165DC7A}" sibTransId="{8F553856-B7BE-4680-8C0E-18B4CA8E9CDD}"/>
    <dgm:cxn modelId="{EF2296AB-5B27-46A8-874B-9235380EC3E1}" srcId="{37E15EF5-6A2D-48A7-8FA6-4C5F2EF3D83A}" destId="{1E808D5F-09D6-4301-B9E7-14B507174C54}" srcOrd="0" destOrd="0" parTransId="{2BB95E33-A085-4B9B-9278-823D4BBE9C6F}" sibTransId="{5E3C4340-A2C4-472F-9D0B-5D9DB534BBF3}"/>
    <dgm:cxn modelId="{E5299C35-B739-486C-9D5E-987168C3216D}" type="presOf" srcId="{1E808D5F-09D6-4301-B9E7-14B507174C54}" destId="{62011679-812E-4EE1-AA8D-2CEFEF24AADA}" srcOrd="0" destOrd="0" presId="urn:microsoft.com/office/officeart/2008/layout/PictureAccentList"/>
    <dgm:cxn modelId="{398D14AE-EE79-4EC5-BE72-978A7F190241}" srcId="{37E15EF5-6A2D-48A7-8FA6-4C5F2EF3D83A}" destId="{189E6A58-EDB6-43D6-928D-D3443047C601}" srcOrd="2" destOrd="0" parTransId="{EA5F1FA0-23AD-4021-B1FC-6120FDA9D394}" sibTransId="{42656CD8-C886-4EE8-A895-50D4122F7848}"/>
    <dgm:cxn modelId="{294F7A4D-1AF7-4E34-9C0C-0FCFA277E5E2}" type="presOf" srcId="{27D0D474-B8B4-437E-B684-8FA2C5CE5E2A}" destId="{C9C09AE0-71C5-4758-B9E8-F359B01CCFF9}" srcOrd="0" destOrd="0" presId="urn:microsoft.com/office/officeart/2008/layout/PictureAccentList"/>
    <dgm:cxn modelId="{A79BBFDA-7314-4717-8069-D730C85AF48C}" srcId="{27D0D474-B8B4-437E-B684-8FA2C5CE5E2A}" destId="{37E15EF5-6A2D-48A7-8FA6-4C5F2EF3D83A}" srcOrd="0" destOrd="0" parTransId="{EA41D6DE-8198-4600-B3E3-A4F22F30E4ED}" sibTransId="{648FAB54-1999-47A1-BDB7-06A56676F639}"/>
    <dgm:cxn modelId="{2712093B-CC7C-4A2B-8902-DB19A884F268}" type="presOf" srcId="{B871669B-49DA-4DE7-9E2B-80CE830AD113}" destId="{1FB0AD93-4C14-4F4F-8DA5-DEF38FE74533}" srcOrd="0" destOrd="0" presId="urn:microsoft.com/office/officeart/2008/layout/PictureAccentList"/>
    <dgm:cxn modelId="{9B8BEDBD-9B37-4C50-9364-5D309AD6231E}" srcId="{37E15EF5-6A2D-48A7-8FA6-4C5F2EF3D83A}" destId="{B871669B-49DA-4DE7-9E2B-80CE830AD113}" srcOrd="3" destOrd="0" parTransId="{737E08CF-61B6-4EED-A629-38EDC70EFC33}" sibTransId="{070293C2-543D-4EAF-B017-E399C3A38872}"/>
    <dgm:cxn modelId="{31456839-8C1A-4624-81C8-16D627CAED22}" type="presOf" srcId="{189E6A58-EDB6-43D6-928D-D3443047C601}" destId="{F838269D-FF62-4890-A0F3-09F496374736}" srcOrd="0" destOrd="0" presId="urn:microsoft.com/office/officeart/2008/layout/PictureAccentList"/>
    <dgm:cxn modelId="{291F5A76-87B8-4A99-AAED-29A76DCBD1D9}" type="presParOf" srcId="{C9C09AE0-71C5-4758-B9E8-F359B01CCFF9}" destId="{B7DC675D-3086-42BD-8982-F457914CE85B}" srcOrd="0" destOrd="0" presId="urn:microsoft.com/office/officeart/2008/layout/PictureAccentList"/>
    <dgm:cxn modelId="{71A3B4B5-EB84-49B8-AF46-DA60D364B5F2}" type="presParOf" srcId="{B7DC675D-3086-42BD-8982-F457914CE85B}" destId="{66B997B9-E740-420C-BE11-E8AA4A58B04A}" srcOrd="0" destOrd="0" presId="urn:microsoft.com/office/officeart/2008/layout/PictureAccentList"/>
    <dgm:cxn modelId="{33608DE5-2007-4F56-B41D-5AEC77CC7D6E}" type="presParOf" srcId="{66B997B9-E740-420C-BE11-E8AA4A58B04A}" destId="{878E8FBE-D550-4ED2-8118-762B64E5B7A7}" srcOrd="0" destOrd="0" presId="urn:microsoft.com/office/officeart/2008/layout/PictureAccentList"/>
    <dgm:cxn modelId="{9127D442-6F3F-4E76-9EA0-8DF672CF3F1D}" type="presParOf" srcId="{B7DC675D-3086-42BD-8982-F457914CE85B}" destId="{BE33A03F-0354-46CD-B0DE-AD8C0C9460BE}" srcOrd="1" destOrd="0" presId="urn:microsoft.com/office/officeart/2008/layout/PictureAccentList"/>
    <dgm:cxn modelId="{563F8F16-9B10-4F54-B97D-957D50A828C4}" type="presParOf" srcId="{BE33A03F-0354-46CD-B0DE-AD8C0C9460BE}" destId="{ED9C14AA-5050-4C91-A35A-61424F27BC42}" srcOrd="0" destOrd="0" presId="urn:microsoft.com/office/officeart/2008/layout/PictureAccentList"/>
    <dgm:cxn modelId="{3FD232E3-04B5-42D3-BC30-326B26AEECF7}" type="presParOf" srcId="{ED9C14AA-5050-4C91-A35A-61424F27BC42}" destId="{CA734D28-30E4-4D4B-B36D-402990B8331B}" srcOrd="0" destOrd="0" presId="urn:microsoft.com/office/officeart/2008/layout/PictureAccentList"/>
    <dgm:cxn modelId="{AF964C4C-17AB-4B58-8DDC-2B56FD60A096}" type="presParOf" srcId="{ED9C14AA-5050-4C91-A35A-61424F27BC42}" destId="{62011679-812E-4EE1-AA8D-2CEFEF24AADA}" srcOrd="1" destOrd="0" presId="urn:microsoft.com/office/officeart/2008/layout/PictureAccentList"/>
    <dgm:cxn modelId="{53EF0FB7-16D5-49A5-9839-881EB02DE8A8}" type="presParOf" srcId="{BE33A03F-0354-46CD-B0DE-AD8C0C9460BE}" destId="{C2B772C8-07C3-4299-BD0C-47EC5D601FB8}" srcOrd="1" destOrd="0" presId="urn:microsoft.com/office/officeart/2008/layout/PictureAccentList"/>
    <dgm:cxn modelId="{A57509BB-0093-4154-A147-951AD0781DF8}" type="presParOf" srcId="{C2B772C8-07C3-4299-BD0C-47EC5D601FB8}" destId="{57F8684D-0171-4033-9BA7-7570B202D2A1}" srcOrd="0" destOrd="0" presId="urn:microsoft.com/office/officeart/2008/layout/PictureAccentList"/>
    <dgm:cxn modelId="{B216FF1E-8E82-42CD-84AE-C76E21183D79}" type="presParOf" srcId="{C2B772C8-07C3-4299-BD0C-47EC5D601FB8}" destId="{A7E68EF2-A38C-496C-AC94-0341FE3AF831}" srcOrd="1" destOrd="0" presId="urn:microsoft.com/office/officeart/2008/layout/PictureAccentList"/>
    <dgm:cxn modelId="{41EF064F-2DC1-423F-B760-A7554215C665}" type="presParOf" srcId="{BE33A03F-0354-46CD-B0DE-AD8C0C9460BE}" destId="{8C0F84B3-A080-4246-AC89-59754364F898}" srcOrd="2" destOrd="0" presId="urn:microsoft.com/office/officeart/2008/layout/PictureAccentList"/>
    <dgm:cxn modelId="{B1618CBC-A652-4DF4-9125-B571B284869B}" type="presParOf" srcId="{8C0F84B3-A080-4246-AC89-59754364F898}" destId="{FCE04B71-44B9-45D3-BF2C-F4D317BBF85A}" srcOrd="0" destOrd="0" presId="urn:microsoft.com/office/officeart/2008/layout/PictureAccentList"/>
    <dgm:cxn modelId="{FE38F870-B6CA-478E-917D-272560D0ECEC}" type="presParOf" srcId="{8C0F84B3-A080-4246-AC89-59754364F898}" destId="{F838269D-FF62-4890-A0F3-09F496374736}" srcOrd="1" destOrd="0" presId="urn:microsoft.com/office/officeart/2008/layout/PictureAccentList"/>
    <dgm:cxn modelId="{DE7FC18C-4A55-4CC3-8472-517FA8666E17}" type="presParOf" srcId="{BE33A03F-0354-46CD-B0DE-AD8C0C9460BE}" destId="{59C0983E-CC1A-4CCD-8454-EB734BD9A854}" srcOrd="3" destOrd="0" presId="urn:microsoft.com/office/officeart/2008/layout/PictureAccentList"/>
    <dgm:cxn modelId="{C7081CE3-9353-4481-A342-C40E9078CF26}" type="presParOf" srcId="{59C0983E-CC1A-4CCD-8454-EB734BD9A854}" destId="{F1B96171-1543-4AD8-9967-1AB43A1F5555}" srcOrd="0" destOrd="0" presId="urn:microsoft.com/office/officeart/2008/layout/PictureAccentList"/>
    <dgm:cxn modelId="{D7CB7C3E-CA23-4DB0-91F5-83ECBF904AB4}" type="presParOf" srcId="{59C0983E-CC1A-4CCD-8454-EB734BD9A854}" destId="{1FB0AD93-4C14-4F4F-8DA5-DEF38FE74533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3EC2FB-0ED6-4038-A2C0-13F0D94E0ADA}" type="doc">
      <dgm:prSet loTypeId="urn:microsoft.com/office/officeart/2008/layout/SquareAccentList" loCatId="list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3B8477C8-CE77-4A4C-A0EE-9A19056D7F8B}">
      <dgm:prSet phldrT="[Texto]"/>
      <dgm:spPr/>
      <dgm:t>
        <a:bodyPr/>
        <a:lstStyle/>
        <a:p>
          <a:r>
            <a:rPr lang="es-ES" dirty="0"/>
            <a:t>EXCEL</a:t>
          </a:r>
        </a:p>
      </dgm:t>
    </dgm:pt>
    <dgm:pt modelId="{4A9592FF-1806-4C18-ABA2-42B2C4345731}" type="parTrans" cxnId="{C22A5FFC-4008-4D2D-9C27-7C365D2B5B4E}">
      <dgm:prSet/>
      <dgm:spPr/>
      <dgm:t>
        <a:bodyPr/>
        <a:lstStyle/>
        <a:p>
          <a:endParaRPr lang="es-ES"/>
        </a:p>
      </dgm:t>
    </dgm:pt>
    <dgm:pt modelId="{6EB446C3-BAF9-4C26-BEDB-9EC0A5442361}" type="sibTrans" cxnId="{C22A5FFC-4008-4D2D-9C27-7C365D2B5B4E}">
      <dgm:prSet/>
      <dgm:spPr/>
      <dgm:t>
        <a:bodyPr/>
        <a:lstStyle/>
        <a:p>
          <a:endParaRPr lang="es-ES"/>
        </a:p>
      </dgm:t>
    </dgm:pt>
    <dgm:pt modelId="{D033C0B2-D390-489D-818B-45B503D5DC9F}">
      <dgm:prSet phldrT="[Texto]"/>
      <dgm:spPr/>
      <dgm:t>
        <a:bodyPr/>
        <a:lstStyle/>
        <a:p>
          <a:r>
            <a:rPr lang="es-ES" dirty="0"/>
            <a:t>Generalizado y Ampliamente Disponible</a:t>
          </a:r>
        </a:p>
      </dgm:t>
    </dgm:pt>
    <dgm:pt modelId="{E7EECF2C-45B0-442E-A0E9-A912FA5AEFB3}" type="parTrans" cxnId="{A6C01874-6D28-4D7E-AB75-1879C00D9AE6}">
      <dgm:prSet/>
      <dgm:spPr/>
      <dgm:t>
        <a:bodyPr/>
        <a:lstStyle/>
        <a:p>
          <a:endParaRPr lang="es-ES"/>
        </a:p>
      </dgm:t>
    </dgm:pt>
    <dgm:pt modelId="{0F17FF74-A6EE-4171-AA06-01D505436A63}" type="sibTrans" cxnId="{A6C01874-6D28-4D7E-AB75-1879C00D9AE6}">
      <dgm:prSet/>
      <dgm:spPr/>
      <dgm:t>
        <a:bodyPr/>
        <a:lstStyle/>
        <a:p>
          <a:endParaRPr lang="es-ES"/>
        </a:p>
      </dgm:t>
    </dgm:pt>
    <dgm:pt modelId="{798D3249-E631-4CDD-B966-98C7CFCD390B}">
      <dgm:prSet phldrT="[Texto]"/>
      <dgm:spPr/>
      <dgm:t>
        <a:bodyPr/>
        <a:lstStyle/>
        <a:p>
          <a:r>
            <a:rPr lang="es-ES" dirty="0"/>
            <a:t>Análisis Complejos Rápidos, Continuo y Constante </a:t>
          </a:r>
        </a:p>
      </dgm:t>
    </dgm:pt>
    <dgm:pt modelId="{BF1973CD-BFE8-445F-A9DD-94F60568F8E9}" type="parTrans" cxnId="{8136F6FE-0369-4BFF-AFBA-1DF9535F185B}">
      <dgm:prSet/>
      <dgm:spPr/>
      <dgm:t>
        <a:bodyPr/>
        <a:lstStyle/>
        <a:p>
          <a:endParaRPr lang="es-ES"/>
        </a:p>
      </dgm:t>
    </dgm:pt>
    <dgm:pt modelId="{76D9BACC-3B08-446F-B768-DB38333A9D92}" type="sibTrans" cxnId="{8136F6FE-0369-4BFF-AFBA-1DF9535F185B}">
      <dgm:prSet/>
      <dgm:spPr/>
      <dgm:t>
        <a:bodyPr/>
        <a:lstStyle/>
        <a:p>
          <a:endParaRPr lang="es-ES"/>
        </a:p>
      </dgm:t>
    </dgm:pt>
    <dgm:pt modelId="{429C3BDF-8B80-4605-ABC8-77E83D4287E1}">
      <dgm:prSet phldrT="[Texto]"/>
      <dgm:spPr/>
      <dgm:t>
        <a:bodyPr/>
        <a:lstStyle/>
        <a:p>
          <a:r>
            <a:rPr lang="es-ES" dirty="0"/>
            <a:t>Carga Manual Susceptible a Errores</a:t>
          </a:r>
        </a:p>
      </dgm:t>
    </dgm:pt>
    <dgm:pt modelId="{7A2D927A-B1C5-4F30-AD88-91C5CAE14F95}" type="parTrans" cxnId="{FFE4C18F-4B08-4CD7-B525-BCFB050C6907}">
      <dgm:prSet/>
      <dgm:spPr/>
      <dgm:t>
        <a:bodyPr/>
        <a:lstStyle/>
        <a:p>
          <a:endParaRPr lang="es-ES"/>
        </a:p>
      </dgm:t>
    </dgm:pt>
    <dgm:pt modelId="{99B903FA-145B-4539-888F-3B1160F372C1}" type="sibTrans" cxnId="{FFE4C18F-4B08-4CD7-B525-BCFB050C6907}">
      <dgm:prSet/>
      <dgm:spPr/>
      <dgm:t>
        <a:bodyPr/>
        <a:lstStyle/>
        <a:p>
          <a:endParaRPr lang="es-ES"/>
        </a:p>
      </dgm:t>
    </dgm:pt>
    <dgm:pt modelId="{CD705C74-05C8-46B1-BFA6-A74634739C3A}">
      <dgm:prSet phldrT="[Texto]"/>
      <dgm:spPr/>
      <dgm:t>
        <a:bodyPr/>
        <a:lstStyle/>
        <a:p>
          <a:r>
            <a:rPr lang="es-ES" dirty="0"/>
            <a:t>POWER BI</a:t>
          </a:r>
        </a:p>
      </dgm:t>
    </dgm:pt>
    <dgm:pt modelId="{CDEAAFF9-C7A7-484F-9AEB-25651DA1F921}" type="parTrans" cxnId="{DFE15C34-B3FF-4FD2-9C3E-8FED26C5F79F}">
      <dgm:prSet/>
      <dgm:spPr/>
      <dgm:t>
        <a:bodyPr/>
        <a:lstStyle/>
        <a:p>
          <a:endParaRPr lang="es-ES"/>
        </a:p>
      </dgm:t>
    </dgm:pt>
    <dgm:pt modelId="{B692FC44-CCAC-4D80-9D82-22A1E3B3CA47}" type="sibTrans" cxnId="{DFE15C34-B3FF-4FD2-9C3E-8FED26C5F79F}">
      <dgm:prSet/>
      <dgm:spPr/>
      <dgm:t>
        <a:bodyPr/>
        <a:lstStyle/>
        <a:p>
          <a:endParaRPr lang="es-ES"/>
        </a:p>
      </dgm:t>
    </dgm:pt>
    <dgm:pt modelId="{A0310570-5CF3-475B-AE4B-E3A6FBB75D1F}">
      <dgm:prSet phldrT="[Texto]"/>
      <dgm:spPr/>
      <dgm:t>
        <a:bodyPr/>
        <a:lstStyle/>
        <a:p>
          <a:r>
            <a:rPr lang="es-ES" dirty="0"/>
            <a:t>Conexión, Modelado y Visualización Integrados</a:t>
          </a:r>
        </a:p>
      </dgm:t>
    </dgm:pt>
    <dgm:pt modelId="{F6E220B0-8759-4F57-8B02-2A948703A4C5}" type="parTrans" cxnId="{0E3257E1-D5EA-4F02-81D4-E46E14DAEF0C}">
      <dgm:prSet/>
      <dgm:spPr/>
      <dgm:t>
        <a:bodyPr/>
        <a:lstStyle/>
        <a:p>
          <a:endParaRPr lang="es-ES"/>
        </a:p>
      </dgm:t>
    </dgm:pt>
    <dgm:pt modelId="{79E30E95-6628-446F-A205-3EEC8CB49B2A}" type="sibTrans" cxnId="{0E3257E1-D5EA-4F02-81D4-E46E14DAEF0C}">
      <dgm:prSet/>
      <dgm:spPr/>
      <dgm:t>
        <a:bodyPr/>
        <a:lstStyle/>
        <a:p>
          <a:endParaRPr lang="es-ES"/>
        </a:p>
      </dgm:t>
    </dgm:pt>
    <dgm:pt modelId="{73CED142-E567-40AB-B79D-166FE9B68F28}">
      <dgm:prSet phldrT="[Texto]"/>
      <dgm:spPr/>
      <dgm:t>
        <a:bodyPr/>
        <a:lstStyle/>
        <a:p>
          <a:r>
            <a:rPr lang="es-ES" dirty="0"/>
            <a:t>Trabajo Colaborativo/Compartido</a:t>
          </a:r>
        </a:p>
      </dgm:t>
    </dgm:pt>
    <dgm:pt modelId="{C0EBFA3F-BF21-47FB-BCB4-0CEC626445F9}" type="parTrans" cxnId="{25C30120-D53C-437E-8C03-0DF392B9F613}">
      <dgm:prSet/>
      <dgm:spPr/>
      <dgm:t>
        <a:bodyPr/>
        <a:lstStyle/>
        <a:p>
          <a:endParaRPr lang="es-ES"/>
        </a:p>
      </dgm:t>
    </dgm:pt>
    <dgm:pt modelId="{B8F25411-1D4C-4851-A79C-34605A7EA350}" type="sibTrans" cxnId="{25C30120-D53C-437E-8C03-0DF392B9F613}">
      <dgm:prSet/>
      <dgm:spPr/>
      <dgm:t>
        <a:bodyPr/>
        <a:lstStyle/>
        <a:p>
          <a:endParaRPr lang="es-ES"/>
        </a:p>
      </dgm:t>
    </dgm:pt>
    <dgm:pt modelId="{F1A842B1-FDD2-4008-B048-1737A95329E5}">
      <dgm:prSet phldrT="[Texto]"/>
      <dgm:spPr/>
      <dgm:t>
        <a:bodyPr/>
        <a:lstStyle/>
        <a:p>
          <a:r>
            <a:rPr lang="es-ES" dirty="0"/>
            <a:t>Mas de 70 Conectores de Datos: </a:t>
          </a:r>
          <a:r>
            <a:rPr lang="es-ES" dirty="0" err="1"/>
            <a:t>Pdfs</a:t>
          </a:r>
          <a:r>
            <a:rPr lang="es-ES" dirty="0"/>
            <a:t>, Webs, Drive, Excel, Texto, </a:t>
          </a:r>
          <a:r>
            <a:rPr lang="es-ES" dirty="0" err="1"/>
            <a:t>Sql</a:t>
          </a:r>
          <a:r>
            <a:rPr lang="es-ES" dirty="0"/>
            <a:t>, </a:t>
          </a:r>
          <a:r>
            <a:rPr lang="es-ES" dirty="0" err="1"/>
            <a:t>etc</a:t>
          </a:r>
          <a:endParaRPr lang="es-ES" dirty="0"/>
        </a:p>
      </dgm:t>
    </dgm:pt>
    <dgm:pt modelId="{3B5C7F9A-1A7F-4E8A-A33A-2C9CDE859CEA}" type="parTrans" cxnId="{D72C6759-CA59-4A0A-BF85-5CE52150F310}">
      <dgm:prSet/>
      <dgm:spPr/>
      <dgm:t>
        <a:bodyPr/>
        <a:lstStyle/>
        <a:p>
          <a:endParaRPr lang="es-ES"/>
        </a:p>
      </dgm:t>
    </dgm:pt>
    <dgm:pt modelId="{77087D73-67F5-428B-BC46-73FDA02BBD62}" type="sibTrans" cxnId="{D72C6759-CA59-4A0A-BF85-5CE52150F310}">
      <dgm:prSet/>
      <dgm:spPr/>
      <dgm:t>
        <a:bodyPr/>
        <a:lstStyle/>
        <a:p>
          <a:endParaRPr lang="es-ES"/>
        </a:p>
      </dgm:t>
    </dgm:pt>
    <dgm:pt modelId="{DA9835E3-E13A-47E5-889F-6206A33DB293}">
      <dgm:prSet phldrT="[Texto]"/>
      <dgm:spPr/>
      <dgm:t>
        <a:bodyPr/>
        <a:lstStyle/>
        <a:p>
          <a:r>
            <a:rPr lang="es-ES" dirty="0"/>
            <a:t>Proceso Grandes Volúmenes Información Lento</a:t>
          </a:r>
        </a:p>
      </dgm:t>
    </dgm:pt>
    <dgm:pt modelId="{C7205D6D-D50A-4C01-9E55-255A9D6713D2}" type="parTrans" cxnId="{FACB7750-0AD5-473C-8159-637E1C0B6708}">
      <dgm:prSet/>
      <dgm:spPr/>
      <dgm:t>
        <a:bodyPr/>
        <a:lstStyle/>
        <a:p>
          <a:endParaRPr lang="es-ES"/>
        </a:p>
      </dgm:t>
    </dgm:pt>
    <dgm:pt modelId="{F9F95D04-9330-479B-AA14-482FC377F820}" type="sibTrans" cxnId="{FACB7750-0AD5-473C-8159-637E1C0B6708}">
      <dgm:prSet/>
      <dgm:spPr/>
      <dgm:t>
        <a:bodyPr/>
        <a:lstStyle/>
        <a:p>
          <a:endParaRPr lang="es-ES"/>
        </a:p>
      </dgm:t>
    </dgm:pt>
    <dgm:pt modelId="{0252999F-BECE-421E-A98D-A3E5428B5788}">
      <dgm:prSet phldrT="[Texto]"/>
      <dgm:spPr/>
      <dgm:t>
        <a:bodyPr/>
        <a:lstStyle/>
        <a:p>
          <a:r>
            <a:rPr lang="es-ES" dirty="0"/>
            <a:t> Visualizaciones Avanzadas Interactivas y Sincronizadas Potenciadas por IA</a:t>
          </a:r>
        </a:p>
      </dgm:t>
    </dgm:pt>
    <dgm:pt modelId="{285323C6-D7CF-4C8B-BFED-C5BC2C628D18}" type="parTrans" cxnId="{B41558F8-D786-4F6D-BB13-77CF34E426E0}">
      <dgm:prSet/>
      <dgm:spPr/>
      <dgm:t>
        <a:bodyPr/>
        <a:lstStyle/>
        <a:p>
          <a:endParaRPr lang="es-ES"/>
        </a:p>
      </dgm:t>
    </dgm:pt>
    <dgm:pt modelId="{DAB8D3DC-11B2-414B-BB3A-8E7247F2C82F}" type="sibTrans" cxnId="{B41558F8-D786-4F6D-BB13-77CF34E426E0}">
      <dgm:prSet/>
      <dgm:spPr/>
      <dgm:t>
        <a:bodyPr/>
        <a:lstStyle/>
        <a:p>
          <a:endParaRPr lang="es-ES"/>
        </a:p>
      </dgm:t>
    </dgm:pt>
    <dgm:pt modelId="{CDA58416-D472-4DF6-A3C1-00C4654FE631}" type="pres">
      <dgm:prSet presAssocID="{E53EC2FB-0ED6-4038-A2C0-13F0D94E0ADA}" presName="layout" presStyleCnt="0">
        <dgm:presLayoutVars>
          <dgm:chMax/>
          <dgm:chPref/>
          <dgm:dir/>
          <dgm:resizeHandles/>
        </dgm:presLayoutVars>
      </dgm:prSet>
      <dgm:spPr/>
      <dgm:t>
        <a:bodyPr/>
        <a:lstStyle/>
        <a:p>
          <a:endParaRPr lang="es-ES"/>
        </a:p>
      </dgm:t>
    </dgm:pt>
    <dgm:pt modelId="{3C0FE3F9-2114-49A6-82DD-AAC9958C6194}" type="pres">
      <dgm:prSet presAssocID="{3B8477C8-CE77-4A4C-A0EE-9A19056D7F8B}" presName="root" presStyleCnt="0">
        <dgm:presLayoutVars>
          <dgm:chMax/>
          <dgm:chPref/>
        </dgm:presLayoutVars>
      </dgm:prSet>
      <dgm:spPr/>
    </dgm:pt>
    <dgm:pt modelId="{22F38121-BDF1-492F-BE97-B8B362B12068}" type="pres">
      <dgm:prSet presAssocID="{3B8477C8-CE77-4A4C-A0EE-9A19056D7F8B}" presName="rootComposite" presStyleCnt="0">
        <dgm:presLayoutVars/>
      </dgm:prSet>
      <dgm:spPr/>
    </dgm:pt>
    <dgm:pt modelId="{2CB874D9-F19E-4B33-8C07-EA2C63B20ED9}" type="pres">
      <dgm:prSet presAssocID="{3B8477C8-CE77-4A4C-A0EE-9A19056D7F8B}" presName="ParentAccent" presStyleLbl="alignNode1" presStyleIdx="0" presStyleCnt="2"/>
      <dgm:spPr/>
    </dgm:pt>
    <dgm:pt modelId="{0EC1868B-A245-47EA-A8D3-DE58D3F85B3F}" type="pres">
      <dgm:prSet presAssocID="{3B8477C8-CE77-4A4C-A0EE-9A19056D7F8B}" presName="ParentSmallAccent" presStyleLbl="fgAcc1" presStyleIdx="0" presStyleCnt="2"/>
      <dgm:spPr/>
    </dgm:pt>
    <dgm:pt modelId="{A657E8BB-7E64-42E2-A01B-CD389748DE20}" type="pres">
      <dgm:prSet presAssocID="{3B8477C8-CE77-4A4C-A0EE-9A19056D7F8B}" presName="Parent" presStyleLbl="revTx" presStyleIdx="0" presStyleCnt="10">
        <dgm:presLayoutVars>
          <dgm:chMax/>
          <dgm:chPref val="4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EB40027-6682-4D81-8AFA-7E1BEB54F474}" type="pres">
      <dgm:prSet presAssocID="{3B8477C8-CE77-4A4C-A0EE-9A19056D7F8B}" presName="childShape" presStyleCnt="0">
        <dgm:presLayoutVars>
          <dgm:chMax val="0"/>
          <dgm:chPref val="0"/>
        </dgm:presLayoutVars>
      </dgm:prSet>
      <dgm:spPr/>
    </dgm:pt>
    <dgm:pt modelId="{66F57600-1AFA-43DA-9149-0E79AD1200E6}" type="pres">
      <dgm:prSet presAssocID="{D033C0B2-D390-489D-818B-45B503D5DC9F}" presName="childComposite" presStyleCnt="0">
        <dgm:presLayoutVars>
          <dgm:chMax val="0"/>
          <dgm:chPref val="0"/>
        </dgm:presLayoutVars>
      </dgm:prSet>
      <dgm:spPr/>
    </dgm:pt>
    <dgm:pt modelId="{7921AD6A-17D8-4F47-9366-A6BFE8519744}" type="pres">
      <dgm:prSet presAssocID="{D033C0B2-D390-489D-818B-45B503D5DC9F}" presName="ChildAccent" presStyleLbl="solidFgAcc1" presStyleIdx="0" presStyleCnt="8"/>
      <dgm:spPr/>
    </dgm:pt>
    <dgm:pt modelId="{CFF390AE-4835-4657-9276-A289F176B63F}" type="pres">
      <dgm:prSet presAssocID="{D033C0B2-D390-489D-818B-45B503D5DC9F}" presName="Child" presStyleLbl="revTx" presStyleIdx="1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341AD3A-CA79-4AE9-8A6A-3BE39F8FDF4D}" type="pres">
      <dgm:prSet presAssocID="{798D3249-E631-4CDD-B966-98C7CFCD390B}" presName="childComposite" presStyleCnt="0">
        <dgm:presLayoutVars>
          <dgm:chMax val="0"/>
          <dgm:chPref val="0"/>
        </dgm:presLayoutVars>
      </dgm:prSet>
      <dgm:spPr/>
    </dgm:pt>
    <dgm:pt modelId="{1D7F88FC-037D-4B4E-B0FE-90F36BBFAAA5}" type="pres">
      <dgm:prSet presAssocID="{798D3249-E631-4CDD-B966-98C7CFCD390B}" presName="ChildAccent" presStyleLbl="solidFgAcc1" presStyleIdx="1" presStyleCnt="8"/>
      <dgm:spPr/>
    </dgm:pt>
    <dgm:pt modelId="{210C7039-365E-44C4-B148-15E44B6CD82E}" type="pres">
      <dgm:prSet presAssocID="{798D3249-E631-4CDD-B966-98C7CFCD390B}" presName="Child" presStyleLbl="revTx" presStyleIdx="2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EB71356-A5DE-48E0-BB17-906956604C71}" type="pres">
      <dgm:prSet presAssocID="{429C3BDF-8B80-4605-ABC8-77E83D4287E1}" presName="childComposite" presStyleCnt="0">
        <dgm:presLayoutVars>
          <dgm:chMax val="0"/>
          <dgm:chPref val="0"/>
        </dgm:presLayoutVars>
      </dgm:prSet>
      <dgm:spPr/>
    </dgm:pt>
    <dgm:pt modelId="{999E6E92-95E6-422B-B71A-4CCDAE60E305}" type="pres">
      <dgm:prSet presAssocID="{429C3BDF-8B80-4605-ABC8-77E83D4287E1}" presName="ChildAccent" presStyleLbl="solidFgAcc1" presStyleIdx="2" presStyleCnt="8"/>
      <dgm:spPr/>
    </dgm:pt>
    <dgm:pt modelId="{8DCB34B4-81A1-454C-8D27-4C05B1F8E1B6}" type="pres">
      <dgm:prSet presAssocID="{429C3BDF-8B80-4605-ABC8-77E83D4287E1}" presName="Child" presStyleLbl="revTx" presStyleIdx="3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D148465-7798-4B9A-9628-99776410B372}" type="pres">
      <dgm:prSet presAssocID="{DA9835E3-E13A-47E5-889F-6206A33DB293}" presName="childComposite" presStyleCnt="0">
        <dgm:presLayoutVars>
          <dgm:chMax val="0"/>
          <dgm:chPref val="0"/>
        </dgm:presLayoutVars>
      </dgm:prSet>
      <dgm:spPr/>
    </dgm:pt>
    <dgm:pt modelId="{BB296FE2-1407-4451-949F-5C33059103B9}" type="pres">
      <dgm:prSet presAssocID="{DA9835E3-E13A-47E5-889F-6206A33DB293}" presName="ChildAccent" presStyleLbl="solidFgAcc1" presStyleIdx="3" presStyleCnt="8"/>
      <dgm:spPr/>
    </dgm:pt>
    <dgm:pt modelId="{2C92B6B2-9537-4C64-AA8B-F89267358A00}" type="pres">
      <dgm:prSet presAssocID="{DA9835E3-E13A-47E5-889F-6206A33DB293}" presName="Child" presStyleLbl="revTx" presStyleIdx="4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F923C64-DEBC-4660-8558-A7C04E17C24D}" type="pres">
      <dgm:prSet presAssocID="{CD705C74-05C8-46B1-BFA6-A74634739C3A}" presName="root" presStyleCnt="0">
        <dgm:presLayoutVars>
          <dgm:chMax/>
          <dgm:chPref/>
        </dgm:presLayoutVars>
      </dgm:prSet>
      <dgm:spPr/>
    </dgm:pt>
    <dgm:pt modelId="{B2FBC6EE-91CD-499A-9A68-0556DF598CD4}" type="pres">
      <dgm:prSet presAssocID="{CD705C74-05C8-46B1-BFA6-A74634739C3A}" presName="rootComposite" presStyleCnt="0">
        <dgm:presLayoutVars/>
      </dgm:prSet>
      <dgm:spPr/>
    </dgm:pt>
    <dgm:pt modelId="{9F227C21-CF11-4FCF-B593-A740F52A66E4}" type="pres">
      <dgm:prSet presAssocID="{CD705C74-05C8-46B1-BFA6-A74634739C3A}" presName="ParentAccent" presStyleLbl="alignNode1" presStyleIdx="1" presStyleCnt="2"/>
      <dgm:spPr/>
    </dgm:pt>
    <dgm:pt modelId="{8E39DF6D-0767-4E6F-87AC-A89FCCBCB579}" type="pres">
      <dgm:prSet presAssocID="{CD705C74-05C8-46B1-BFA6-A74634739C3A}" presName="ParentSmallAccent" presStyleLbl="fgAcc1" presStyleIdx="1" presStyleCnt="2"/>
      <dgm:spPr/>
    </dgm:pt>
    <dgm:pt modelId="{DB3A95B4-E576-4326-8D10-055102641A9E}" type="pres">
      <dgm:prSet presAssocID="{CD705C74-05C8-46B1-BFA6-A74634739C3A}" presName="Parent" presStyleLbl="revTx" presStyleIdx="5" presStyleCnt="10">
        <dgm:presLayoutVars>
          <dgm:chMax/>
          <dgm:chPref val="4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60BFA22-8D8A-4D0F-BDBC-B4E79D12EA48}" type="pres">
      <dgm:prSet presAssocID="{CD705C74-05C8-46B1-BFA6-A74634739C3A}" presName="childShape" presStyleCnt="0">
        <dgm:presLayoutVars>
          <dgm:chMax val="0"/>
          <dgm:chPref val="0"/>
        </dgm:presLayoutVars>
      </dgm:prSet>
      <dgm:spPr/>
    </dgm:pt>
    <dgm:pt modelId="{D8A51136-2BF5-4F3D-A87B-837838BAF938}" type="pres">
      <dgm:prSet presAssocID="{A0310570-5CF3-475B-AE4B-E3A6FBB75D1F}" presName="childComposite" presStyleCnt="0">
        <dgm:presLayoutVars>
          <dgm:chMax val="0"/>
          <dgm:chPref val="0"/>
        </dgm:presLayoutVars>
      </dgm:prSet>
      <dgm:spPr/>
    </dgm:pt>
    <dgm:pt modelId="{FF6DFA77-EBF9-4ECD-B851-2DCA4A0245E9}" type="pres">
      <dgm:prSet presAssocID="{A0310570-5CF3-475B-AE4B-E3A6FBB75D1F}" presName="ChildAccent" presStyleLbl="solidFgAcc1" presStyleIdx="4" presStyleCnt="8"/>
      <dgm:spPr/>
    </dgm:pt>
    <dgm:pt modelId="{E8AA2C8F-710E-4711-89F4-A40F4F4DEFCF}" type="pres">
      <dgm:prSet presAssocID="{A0310570-5CF3-475B-AE4B-E3A6FBB75D1F}" presName="Child" presStyleLbl="revTx" presStyleIdx="6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F141E786-73DB-438C-826A-48A526209C45}" type="pres">
      <dgm:prSet presAssocID="{73CED142-E567-40AB-B79D-166FE9B68F28}" presName="childComposite" presStyleCnt="0">
        <dgm:presLayoutVars>
          <dgm:chMax val="0"/>
          <dgm:chPref val="0"/>
        </dgm:presLayoutVars>
      </dgm:prSet>
      <dgm:spPr/>
    </dgm:pt>
    <dgm:pt modelId="{D9E1B89B-A906-43B9-BE5B-FB5F3EE2913C}" type="pres">
      <dgm:prSet presAssocID="{73CED142-E567-40AB-B79D-166FE9B68F28}" presName="ChildAccent" presStyleLbl="solidFgAcc1" presStyleIdx="5" presStyleCnt="8"/>
      <dgm:spPr/>
    </dgm:pt>
    <dgm:pt modelId="{5D391AB6-F0E0-41F4-A979-63C537C41C7C}" type="pres">
      <dgm:prSet presAssocID="{73CED142-E567-40AB-B79D-166FE9B68F28}" presName="Child" presStyleLbl="revTx" presStyleIdx="7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A0241F9-0C96-4BB5-A2F1-B862F903880E}" type="pres">
      <dgm:prSet presAssocID="{F1A842B1-FDD2-4008-B048-1737A95329E5}" presName="childComposite" presStyleCnt="0">
        <dgm:presLayoutVars>
          <dgm:chMax val="0"/>
          <dgm:chPref val="0"/>
        </dgm:presLayoutVars>
      </dgm:prSet>
      <dgm:spPr/>
    </dgm:pt>
    <dgm:pt modelId="{D2043FB0-B006-4CDB-A4AE-0EB36E749669}" type="pres">
      <dgm:prSet presAssocID="{F1A842B1-FDD2-4008-B048-1737A95329E5}" presName="ChildAccent" presStyleLbl="solidFgAcc1" presStyleIdx="6" presStyleCnt="8"/>
      <dgm:spPr/>
    </dgm:pt>
    <dgm:pt modelId="{7CA3D6A6-C4FE-4FCA-A8AD-C6CAD5A7184E}" type="pres">
      <dgm:prSet presAssocID="{F1A842B1-FDD2-4008-B048-1737A95329E5}" presName="Child" presStyleLbl="revTx" presStyleIdx="8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4D367C9-4706-4A03-AB4C-75D4CA55040E}" type="pres">
      <dgm:prSet presAssocID="{0252999F-BECE-421E-A98D-A3E5428B5788}" presName="childComposite" presStyleCnt="0">
        <dgm:presLayoutVars>
          <dgm:chMax val="0"/>
          <dgm:chPref val="0"/>
        </dgm:presLayoutVars>
      </dgm:prSet>
      <dgm:spPr/>
    </dgm:pt>
    <dgm:pt modelId="{E5E19009-9679-4B0F-A361-79D344EC4CC8}" type="pres">
      <dgm:prSet presAssocID="{0252999F-BECE-421E-A98D-A3E5428B5788}" presName="ChildAccent" presStyleLbl="solidFgAcc1" presStyleIdx="7" presStyleCnt="8"/>
      <dgm:spPr/>
    </dgm:pt>
    <dgm:pt modelId="{AE7F77E1-4AFE-4C18-B3A2-C917AE013559}" type="pres">
      <dgm:prSet presAssocID="{0252999F-BECE-421E-A98D-A3E5428B5788}" presName="Child" presStyleLbl="revTx" presStyleIdx="9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ACB7750-0AD5-473C-8159-637E1C0B6708}" srcId="{3B8477C8-CE77-4A4C-A0EE-9A19056D7F8B}" destId="{DA9835E3-E13A-47E5-889F-6206A33DB293}" srcOrd="3" destOrd="0" parTransId="{C7205D6D-D50A-4C01-9E55-255A9D6713D2}" sibTransId="{F9F95D04-9330-479B-AA14-482FC377F820}"/>
    <dgm:cxn modelId="{2309C88A-9647-4444-94B3-30DF91C0EAEA}" type="presOf" srcId="{798D3249-E631-4CDD-B966-98C7CFCD390B}" destId="{210C7039-365E-44C4-B148-15E44B6CD82E}" srcOrd="0" destOrd="0" presId="urn:microsoft.com/office/officeart/2008/layout/SquareAccentList"/>
    <dgm:cxn modelId="{FE50C03F-A260-414E-9125-CBC2BA028D97}" type="presOf" srcId="{3B8477C8-CE77-4A4C-A0EE-9A19056D7F8B}" destId="{A657E8BB-7E64-42E2-A01B-CD389748DE20}" srcOrd="0" destOrd="0" presId="urn:microsoft.com/office/officeart/2008/layout/SquareAccentList"/>
    <dgm:cxn modelId="{CAC6828C-E86A-4F26-958F-0EA1C1F82E8C}" type="presOf" srcId="{73CED142-E567-40AB-B79D-166FE9B68F28}" destId="{5D391AB6-F0E0-41F4-A979-63C537C41C7C}" srcOrd="0" destOrd="0" presId="urn:microsoft.com/office/officeart/2008/layout/SquareAccentList"/>
    <dgm:cxn modelId="{B269E1D5-6F2E-4630-BB6E-B79AFEB8A737}" type="presOf" srcId="{429C3BDF-8B80-4605-ABC8-77E83D4287E1}" destId="{8DCB34B4-81A1-454C-8D27-4C05B1F8E1B6}" srcOrd="0" destOrd="0" presId="urn:microsoft.com/office/officeart/2008/layout/SquareAccentList"/>
    <dgm:cxn modelId="{D72C6759-CA59-4A0A-BF85-5CE52150F310}" srcId="{CD705C74-05C8-46B1-BFA6-A74634739C3A}" destId="{F1A842B1-FDD2-4008-B048-1737A95329E5}" srcOrd="2" destOrd="0" parTransId="{3B5C7F9A-1A7F-4E8A-A33A-2C9CDE859CEA}" sibTransId="{77087D73-67F5-428B-BC46-73FDA02BBD62}"/>
    <dgm:cxn modelId="{DFE15C34-B3FF-4FD2-9C3E-8FED26C5F79F}" srcId="{E53EC2FB-0ED6-4038-A2C0-13F0D94E0ADA}" destId="{CD705C74-05C8-46B1-BFA6-A74634739C3A}" srcOrd="1" destOrd="0" parTransId="{CDEAAFF9-C7A7-484F-9AEB-25651DA1F921}" sibTransId="{B692FC44-CCAC-4D80-9D82-22A1E3B3CA47}"/>
    <dgm:cxn modelId="{43043938-96A7-4BED-A829-8AF69BF40AE9}" type="presOf" srcId="{0252999F-BECE-421E-A98D-A3E5428B5788}" destId="{AE7F77E1-4AFE-4C18-B3A2-C917AE013559}" srcOrd="0" destOrd="0" presId="urn:microsoft.com/office/officeart/2008/layout/SquareAccentList"/>
    <dgm:cxn modelId="{8136F6FE-0369-4BFF-AFBA-1DF9535F185B}" srcId="{3B8477C8-CE77-4A4C-A0EE-9A19056D7F8B}" destId="{798D3249-E631-4CDD-B966-98C7CFCD390B}" srcOrd="1" destOrd="0" parTransId="{BF1973CD-BFE8-445F-A9DD-94F60568F8E9}" sibTransId="{76D9BACC-3B08-446F-B768-DB38333A9D92}"/>
    <dgm:cxn modelId="{88AB7E2C-D9AC-428D-A4D3-C0E2D71BD23D}" type="presOf" srcId="{CD705C74-05C8-46B1-BFA6-A74634739C3A}" destId="{DB3A95B4-E576-4326-8D10-055102641A9E}" srcOrd="0" destOrd="0" presId="urn:microsoft.com/office/officeart/2008/layout/SquareAccentList"/>
    <dgm:cxn modelId="{0A36357C-E9C2-4DCB-8E3E-1A6D123105A3}" type="presOf" srcId="{F1A842B1-FDD2-4008-B048-1737A95329E5}" destId="{7CA3D6A6-C4FE-4FCA-A8AD-C6CAD5A7184E}" srcOrd="0" destOrd="0" presId="urn:microsoft.com/office/officeart/2008/layout/SquareAccentList"/>
    <dgm:cxn modelId="{C22A5FFC-4008-4D2D-9C27-7C365D2B5B4E}" srcId="{E53EC2FB-0ED6-4038-A2C0-13F0D94E0ADA}" destId="{3B8477C8-CE77-4A4C-A0EE-9A19056D7F8B}" srcOrd="0" destOrd="0" parTransId="{4A9592FF-1806-4C18-ABA2-42B2C4345731}" sibTransId="{6EB446C3-BAF9-4C26-BEDB-9EC0A5442361}"/>
    <dgm:cxn modelId="{0E3257E1-D5EA-4F02-81D4-E46E14DAEF0C}" srcId="{CD705C74-05C8-46B1-BFA6-A74634739C3A}" destId="{A0310570-5CF3-475B-AE4B-E3A6FBB75D1F}" srcOrd="0" destOrd="0" parTransId="{F6E220B0-8759-4F57-8B02-2A948703A4C5}" sibTransId="{79E30E95-6628-446F-A205-3EEC8CB49B2A}"/>
    <dgm:cxn modelId="{CA92BA73-0BDF-4C48-A4EB-EA1ABB73263A}" type="presOf" srcId="{A0310570-5CF3-475B-AE4B-E3A6FBB75D1F}" destId="{E8AA2C8F-710E-4711-89F4-A40F4F4DEFCF}" srcOrd="0" destOrd="0" presId="urn:microsoft.com/office/officeart/2008/layout/SquareAccentList"/>
    <dgm:cxn modelId="{25C30120-D53C-437E-8C03-0DF392B9F613}" srcId="{CD705C74-05C8-46B1-BFA6-A74634739C3A}" destId="{73CED142-E567-40AB-B79D-166FE9B68F28}" srcOrd="1" destOrd="0" parTransId="{C0EBFA3F-BF21-47FB-BCB4-0CEC626445F9}" sibTransId="{B8F25411-1D4C-4851-A79C-34605A7EA350}"/>
    <dgm:cxn modelId="{D16C4A6E-6015-4F67-BF78-6E1E5A33A959}" type="presOf" srcId="{DA9835E3-E13A-47E5-889F-6206A33DB293}" destId="{2C92B6B2-9537-4C64-AA8B-F89267358A00}" srcOrd="0" destOrd="0" presId="urn:microsoft.com/office/officeart/2008/layout/SquareAccentList"/>
    <dgm:cxn modelId="{C014C723-6322-4B13-AA4D-32456548C2E0}" type="presOf" srcId="{D033C0B2-D390-489D-818B-45B503D5DC9F}" destId="{CFF390AE-4835-4657-9276-A289F176B63F}" srcOrd="0" destOrd="0" presId="urn:microsoft.com/office/officeart/2008/layout/SquareAccentList"/>
    <dgm:cxn modelId="{B41558F8-D786-4F6D-BB13-77CF34E426E0}" srcId="{CD705C74-05C8-46B1-BFA6-A74634739C3A}" destId="{0252999F-BECE-421E-A98D-A3E5428B5788}" srcOrd="3" destOrd="0" parTransId="{285323C6-D7CF-4C8B-BFED-C5BC2C628D18}" sibTransId="{DAB8D3DC-11B2-414B-BB3A-8E7247F2C82F}"/>
    <dgm:cxn modelId="{7C8EC861-240F-4E2B-A033-ECDF5D229BED}" type="presOf" srcId="{E53EC2FB-0ED6-4038-A2C0-13F0D94E0ADA}" destId="{CDA58416-D472-4DF6-A3C1-00C4654FE631}" srcOrd="0" destOrd="0" presId="urn:microsoft.com/office/officeart/2008/layout/SquareAccentList"/>
    <dgm:cxn modelId="{FFE4C18F-4B08-4CD7-B525-BCFB050C6907}" srcId="{3B8477C8-CE77-4A4C-A0EE-9A19056D7F8B}" destId="{429C3BDF-8B80-4605-ABC8-77E83D4287E1}" srcOrd="2" destOrd="0" parTransId="{7A2D927A-B1C5-4F30-AD88-91C5CAE14F95}" sibTransId="{99B903FA-145B-4539-888F-3B1160F372C1}"/>
    <dgm:cxn modelId="{A6C01874-6D28-4D7E-AB75-1879C00D9AE6}" srcId="{3B8477C8-CE77-4A4C-A0EE-9A19056D7F8B}" destId="{D033C0B2-D390-489D-818B-45B503D5DC9F}" srcOrd="0" destOrd="0" parTransId="{E7EECF2C-45B0-442E-A0E9-A912FA5AEFB3}" sibTransId="{0F17FF74-A6EE-4171-AA06-01D505436A63}"/>
    <dgm:cxn modelId="{A0595802-2D23-42EF-A334-EED7C83C4142}" type="presParOf" srcId="{CDA58416-D472-4DF6-A3C1-00C4654FE631}" destId="{3C0FE3F9-2114-49A6-82DD-AAC9958C6194}" srcOrd="0" destOrd="0" presId="urn:microsoft.com/office/officeart/2008/layout/SquareAccentList"/>
    <dgm:cxn modelId="{EDE94D72-1C8C-49C0-97A5-901822F8E0ED}" type="presParOf" srcId="{3C0FE3F9-2114-49A6-82DD-AAC9958C6194}" destId="{22F38121-BDF1-492F-BE97-B8B362B12068}" srcOrd="0" destOrd="0" presId="urn:microsoft.com/office/officeart/2008/layout/SquareAccentList"/>
    <dgm:cxn modelId="{71B934ED-0626-4426-A72B-3425D9F1D3FA}" type="presParOf" srcId="{22F38121-BDF1-492F-BE97-B8B362B12068}" destId="{2CB874D9-F19E-4B33-8C07-EA2C63B20ED9}" srcOrd="0" destOrd="0" presId="urn:microsoft.com/office/officeart/2008/layout/SquareAccentList"/>
    <dgm:cxn modelId="{E6A5859F-1A93-4F91-A722-89950CD31ECD}" type="presParOf" srcId="{22F38121-BDF1-492F-BE97-B8B362B12068}" destId="{0EC1868B-A245-47EA-A8D3-DE58D3F85B3F}" srcOrd="1" destOrd="0" presId="urn:microsoft.com/office/officeart/2008/layout/SquareAccentList"/>
    <dgm:cxn modelId="{11DC0297-B195-4B63-A266-A6CB3D36D9B6}" type="presParOf" srcId="{22F38121-BDF1-492F-BE97-B8B362B12068}" destId="{A657E8BB-7E64-42E2-A01B-CD389748DE20}" srcOrd="2" destOrd="0" presId="urn:microsoft.com/office/officeart/2008/layout/SquareAccentList"/>
    <dgm:cxn modelId="{26F20BCA-4402-4090-BF5C-3A031AE849DA}" type="presParOf" srcId="{3C0FE3F9-2114-49A6-82DD-AAC9958C6194}" destId="{CEB40027-6682-4D81-8AFA-7E1BEB54F474}" srcOrd="1" destOrd="0" presId="urn:microsoft.com/office/officeart/2008/layout/SquareAccentList"/>
    <dgm:cxn modelId="{3DDCF8D4-6E48-4006-BAFB-4692BDDD00B6}" type="presParOf" srcId="{CEB40027-6682-4D81-8AFA-7E1BEB54F474}" destId="{66F57600-1AFA-43DA-9149-0E79AD1200E6}" srcOrd="0" destOrd="0" presId="urn:microsoft.com/office/officeart/2008/layout/SquareAccentList"/>
    <dgm:cxn modelId="{D2B429D6-7119-41D2-9CED-7660397D653C}" type="presParOf" srcId="{66F57600-1AFA-43DA-9149-0E79AD1200E6}" destId="{7921AD6A-17D8-4F47-9366-A6BFE8519744}" srcOrd="0" destOrd="0" presId="urn:microsoft.com/office/officeart/2008/layout/SquareAccentList"/>
    <dgm:cxn modelId="{019DB5A2-A4DF-48CB-AF71-56CB62FC0F9A}" type="presParOf" srcId="{66F57600-1AFA-43DA-9149-0E79AD1200E6}" destId="{CFF390AE-4835-4657-9276-A289F176B63F}" srcOrd="1" destOrd="0" presId="urn:microsoft.com/office/officeart/2008/layout/SquareAccentList"/>
    <dgm:cxn modelId="{3793D534-0167-46BA-9C34-DCDB2D98C704}" type="presParOf" srcId="{CEB40027-6682-4D81-8AFA-7E1BEB54F474}" destId="{C341AD3A-CA79-4AE9-8A6A-3BE39F8FDF4D}" srcOrd="1" destOrd="0" presId="urn:microsoft.com/office/officeart/2008/layout/SquareAccentList"/>
    <dgm:cxn modelId="{7136DC1F-7481-46C4-AC2D-5D7E010AF2B9}" type="presParOf" srcId="{C341AD3A-CA79-4AE9-8A6A-3BE39F8FDF4D}" destId="{1D7F88FC-037D-4B4E-B0FE-90F36BBFAAA5}" srcOrd="0" destOrd="0" presId="urn:microsoft.com/office/officeart/2008/layout/SquareAccentList"/>
    <dgm:cxn modelId="{7FC56044-58E5-44B7-A7DA-4BBE1F4242C1}" type="presParOf" srcId="{C341AD3A-CA79-4AE9-8A6A-3BE39F8FDF4D}" destId="{210C7039-365E-44C4-B148-15E44B6CD82E}" srcOrd="1" destOrd="0" presId="urn:microsoft.com/office/officeart/2008/layout/SquareAccentList"/>
    <dgm:cxn modelId="{C1819CCA-F9F7-4011-8E26-CCEE435318A6}" type="presParOf" srcId="{CEB40027-6682-4D81-8AFA-7E1BEB54F474}" destId="{8EB71356-A5DE-48E0-BB17-906956604C71}" srcOrd="2" destOrd="0" presId="urn:microsoft.com/office/officeart/2008/layout/SquareAccentList"/>
    <dgm:cxn modelId="{966E454B-4A4C-4520-B750-6BE40286C86A}" type="presParOf" srcId="{8EB71356-A5DE-48E0-BB17-906956604C71}" destId="{999E6E92-95E6-422B-B71A-4CCDAE60E305}" srcOrd="0" destOrd="0" presId="urn:microsoft.com/office/officeart/2008/layout/SquareAccentList"/>
    <dgm:cxn modelId="{9011FEA5-4F42-436C-B28A-B42D9CD8D06C}" type="presParOf" srcId="{8EB71356-A5DE-48E0-BB17-906956604C71}" destId="{8DCB34B4-81A1-454C-8D27-4C05B1F8E1B6}" srcOrd="1" destOrd="0" presId="urn:microsoft.com/office/officeart/2008/layout/SquareAccentList"/>
    <dgm:cxn modelId="{1C7979E3-9246-4E47-900E-D50646AE21F4}" type="presParOf" srcId="{CEB40027-6682-4D81-8AFA-7E1BEB54F474}" destId="{CD148465-7798-4B9A-9628-99776410B372}" srcOrd="3" destOrd="0" presId="urn:microsoft.com/office/officeart/2008/layout/SquareAccentList"/>
    <dgm:cxn modelId="{AA0D8A20-CC98-4DC6-AA7A-6215E311DDE2}" type="presParOf" srcId="{CD148465-7798-4B9A-9628-99776410B372}" destId="{BB296FE2-1407-4451-949F-5C33059103B9}" srcOrd="0" destOrd="0" presId="urn:microsoft.com/office/officeart/2008/layout/SquareAccentList"/>
    <dgm:cxn modelId="{C763934F-632F-4835-B71A-C4B7208B8F96}" type="presParOf" srcId="{CD148465-7798-4B9A-9628-99776410B372}" destId="{2C92B6B2-9537-4C64-AA8B-F89267358A00}" srcOrd="1" destOrd="0" presId="urn:microsoft.com/office/officeart/2008/layout/SquareAccentList"/>
    <dgm:cxn modelId="{238418B1-13B0-4070-8E31-42DBDD727DC5}" type="presParOf" srcId="{CDA58416-D472-4DF6-A3C1-00C4654FE631}" destId="{DF923C64-DEBC-4660-8558-A7C04E17C24D}" srcOrd="1" destOrd="0" presId="urn:microsoft.com/office/officeart/2008/layout/SquareAccentList"/>
    <dgm:cxn modelId="{34125B48-41D7-4FEA-A7FF-16538DAF37CB}" type="presParOf" srcId="{DF923C64-DEBC-4660-8558-A7C04E17C24D}" destId="{B2FBC6EE-91CD-499A-9A68-0556DF598CD4}" srcOrd="0" destOrd="0" presId="urn:microsoft.com/office/officeart/2008/layout/SquareAccentList"/>
    <dgm:cxn modelId="{3849889D-04F0-4FC8-B4AE-026064A18BF8}" type="presParOf" srcId="{B2FBC6EE-91CD-499A-9A68-0556DF598CD4}" destId="{9F227C21-CF11-4FCF-B593-A740F52A66E4}" srcOrd="0" destOrd="0" presId="urn:microsoft.com/office/officeart/2008/layout/SquareAccentList"/>
    <dgm:cxn modelId="{9B65D587-AB7A-42AD-AF18-30438315916D}" type="presParOf" srcId="{B2FBC6EE-91CD-499A-9A68-0556DF598CD4}" destId="{8E39DF6D-0767-4E6F-87AC-A89FCCBCB579}" srcOrd="1" destOrd="0" presId="urn:microsoft.com/office/officeart/2008/layout/SquareAccentList"/>
    <dgm:cxn modelId="{510273E7-CA0F-4C17-BF69-2025373217F5}" type="presParOf" srcId="{B2FBC6EE-91CD-499A-9A68-0556DF598CD4}" destId="{DB3A95B4-E576-4326-8D10-055102641A9E}" srcOrd="2" destOrd="0" presId="urn:microsoft.com/office/officeart/2008/layout/SquareAccentList"/>
    <dgm:cxn modelId="{1E73D075-A19E-4632-AEE4-3F3371A6F0CF}" type="presParOf" srcId="{DF923C64-DEBC-4660-8558-A7C04E17C24D}" destId="{A60BFA22-8D8A-4D0F-BDBC-B4E79D12EA48}" srcOrd="1" destOrd="0" presId="urn:microsoft.com/office/officeart/2008/layout/SquareAccentList"/>
    <dgm:cxn modelId="{35BCE241-159C-4AEE-9A86-0B251F3AF085}" type="presParOf" srcId="{A60BFA22-8D8A-4D0F-BDBC-B4E79D12EA48}" destId="{D8A51136-2BF5-4F3D-A87B-837838BAF938}" srcOrd="0" destOrd="0" presId="urn:microsoft.com/office/officeart/2008/layout/SquareAccentList"/>
    <dgm:cxn modelId="{2537C67F-2E56-4A24-9235-8584D3C5F3C9}" type="presParOf" srcId="{D8A51136-2BF5-4F3D-A87B-837838BAF938}" destId="{FF6DFA77-EBF9-4ECD-B851-2DCA4A0245E9}" srcOrd="0" destOrd="0" presId="urn:microsoft.com/office/officeart/2008/layout/SquareAccentList"/>
    <dgm:cxn modelId="{A52067E1-2A20-4919-A096-4E8D448FAE11}" type="presParOf" srcId="{D8A51136-2BF5-4F3D-A87B-837838BAF938}" destId="{E8AA2C8F-710E-4711-89F4-A40F4F4DEFCF}" srcOrd="1" destOrd="0" presId="urn:microsoft.com/office/officeart/2008/layout/SquareAccentList"/>
    <dgm:cxn modelId="{B31EF533-ECDD-46B4-AF88-AE5EF6291B50}" type="presParOf" srcId="{A60BFA22-8D8A-4D0F-BDBC-B4E79D12EA48}" destId="{F141E786-73DB-438C-826A-48A526209C45}" srcOrd="1" destOrd="0" presId="urn:microsoft.com/office/officeart/2008/layout/SquareAccentList"/>
    <dgm:cxn modelId="{74D0380D-A355-450F-BBDF-4C79BED741FF}" type="presParOf" srcId="{F141E786-73DB-438C-826A-48A526209C45}" destId="{D9E1B89B-A906-43B9-BE5B-FB5F3EE2913C}" srcOrd="0" destOrd="0" presId="urn:microsoft.com/office/officeart/2008/layout/SquareAccentList"/>
    <dgm:cxn modelId="{07081159-CB63-428E-A000-09EE281169F9}" type="presParOf" srcId="{F141E786-73DB-438C-826A-48A526209C45}" destId="{5D391AB6-F0E0-41F4-A979-63C537C41C7C}" srcOrd="1" destOrd="0" presId="urn:microsoft.com/office/officeart/2008/layout/SquareAccentList"/>
    <dgm:cxn modelId="{6096FC5E-C9CB-4073-AB63-1C10BFD0395D}" type="presParOf" srcId="{A60BFA22-8D8A-4D0F-BDBC-B4E79D12EA48}" destId="{1A0241F9-0C96-4BB5-A2F1-B862F903880E}" srcOrd="2" destOrd="0" presId="urn:microsoft.com/office/officeart/2008/layout/SquareAccentList"/>
    <dgm:cxn modelId="{EEB0A9AC-A3D1-40CB-BF74-04FDF3C11F66}" type="presParOf" srcId="{1A0241F9-0C96-4BB5-A2F1-B862F903880E}" destId="{D2043FB0-B006-4CDB-A4AE-0EB36E749669}" srcOrd="0" destOrd="0" presId="urn:microsoft.com/office/officeart/2008/layout/SquareAccentList"/>
    <dgm:cxn modelId="{C99D1DA0-B94E-48DE-A5F2-6E25E6A6E0E7}" type="presParOf" srcId="{1A0241F9-0C96-4BB5-A2F1-B862F903880E}" destId="{7CA3D6A6-C4FE-4FCA-A8AD-C6CAD5A7184E}" srcOrd="1" destOrd="0" presId="urn:microsoft.com/office/officeart/2008/layout/SquareAccentList"/>
    <dgm:cxn modelId="{F2390003-5F7D-47CE-88E5-10F9C47A7AB3}" type="presParOf" srcId="{A60BFA22-8D8A-4D0F-BDBC-B4E79D12EA48}" destId="{64D367C9-4706-4A03-AB4C-75D4CA55040E}" srcOrd="3" destOrd="0" presId="urn:microsoft.com/office/officeart/2008/layout/SquareAccentList"/>
    <dgm:cxn modelId="{5BEF7970-89C5-44CF-8B7E-20081FF0B67A}" type="presParOf" srcId="{64D367C9-4706-4A03-AB4C-75D4CA55040E}" destId="{E5E19009-9679-4B0F-A361-79D344EC4CC8}" srcOrd="0" destOrd="0" presId="urn:microsoft.com/office/officeart/2008/layout/SquareAccentList"/>
    <dgm:cxn modelId="{6E2E5E0E-5299-492A-8A26-46A8E8FD5642}" type="presParOf" srcId="{64D367C9-4706-4A03-AB4C-75D4CA55040E}" destId="{AE7F77E1-4AFE-4C18-B3A2-C917AE013559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BFA12E7-4613-460B-9916-4B818FC40FBB}" type="doc">
      <dgm:prSet loTypeId="urn:microsoft.com/office/officeart/2005/8/layout/vList6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3F5C298B-E9FD-4B08-B391-0A8B96142582}">
      <dgm:prSet phldrT="[Texto]"/>
      <dgm:spPr/>
      <dgm:t>
        <a:bodyPr/>
        <a:lstStyle/>
        <a:p>
          <a:r>
            <a:rPr lang="es-ES" dirty="0"/>
            <a:t>Tecnología Alternativa </a:t>
          </a:r>
          <a:r>
            <a:rPr lang="es-ES" dirty="0" smtClean="0"/>
            <a:t>+Veloz</a:t>
          </a:r>
          <a:endParaRPr lang="es-ES" dirty="0"/>
        </a:p>
      </dgm:t>
    </dgm:pt>
    <dgm:pt modelId="{392B281C-E285-464A-B21A-B9B781F35AA7}" type="parTrans" cxnId="{E304D54F-4EA1-4628-9690-37AE328CAAE6}">
      <dgm:prSet/>
      <dgm:spPr/>
      <dgm:t>
        <a:bodyPr/>
        <a:lstStyle/>
        <a:p>
          <a:endParaRPr lang="es-ES"/>
        </a:p>
      </dgm:t>
    </dgm:pt>
    <dgm:pt modelId="{9E654B57-F2C4-4088-850A-F868B5DE9A8C}" type="sibTrans" cxnId="{E304D54F-4EA1-4628-9690-37AE328CAAE6}">
      <dgm:prSet/>
      <dgm:spPr/>
      <dgm:t>
        <a:bodyPr/>
        <a:lstStyle/>
        <a:p>
          <a:endParaRPr lang="es-ES"/>
        </a:p>
      </dgm:t>
    </dgm:pt>
    <dgm:pt modelId="{B9055C37-F937-4F6B-A26D-D474589AAE71}">
      <dgm:prSet phldrT="[Texto]"/>
      <dgm:spPr/>
      <dgm:t>
        <a:bodyPr/>
        <a:lstStyle/>
        <a:p>
          <a:r>
            <a:rPr lang="es-ES" dirty="0"/>
            <a:t>Visualizaciones Elegantes</a:t>
          </a:r>
        </a:p>
      </dgm:t>
    </dgm:pt>
    <dgm:pt modelId="{5D761E32-48F4-4435-979B-8BA63176BCAC}" type="parTrans" cxnId="{AFBF945F-A582-4633-AA4E-D7757F310F0E}">
      <dgm:prSet/>
      <dgm:spPr/>
      <dgm:t>
        <a:bodyPr/>
        <a:lstStyle/>
        <a:p>
          <a:endParaRPr lang="es-ES"/>
        </a:p>
      </dgm:t>
    </dgm:pt>
    <dgm:pt modelId="{DA18A962-6498-4060-BC41-89C97793F567}" type="sibTrans" cxnId="{AFBF945F-A582-4633-AA4E-D7757F310F0E}">
      <dgm:prSet/>
      <dgm:spPr/>
      <dgm:t>
        <a:bodyPr/>
        <a:lstStyle/>
        <a:p>
          <a:endParaRPr lang="es-ES"/>
        </a:p>
      </dgm:t>
    </dgm:pt>
    <dgm:pt modelId="{300C8F7B-6068-4A4D-BCCE-3D8454B7BA6E}">
      <dgm:prSet phldrT="[Texto]"/>
      <dgm:spPr/>
      <dgm:t>
        <a:bodyPr/>
        <a:lstStyle/>
        <a:p>
          <a:r>
            <a:rPr lang="es-ES" dirty="0"/>
            <a:t>Python</a:t>
          </a:r>
        </a:p>
      </dgm:t>
    </dgm:pt>
    <dgm:pt modelId="{A8BF845F-0DE3-4E06-8F5A-0011E20A107C}" type="parTrans" cxnId="{27AA0ED4-01FC-470C-9C8F-3C1B4547CB87}">
      <dgm:prSet/>
      <dgm:spPr/>
      <dgm:t>
        <a:bodyPr/>
        <a:lstStyle/>
        <a:p>
          <a:endParaRPr lang="es-ES"/>
        </a:p>
      </dgm:t>
    </dgm:pt>
    <dgm:pt modelId="{DD9D37EA-8AB4-4C88-9FA7-D8CFCD4B3238}" type="sibTrans" cxnId="{27AA0ED4-01FC-470C-9C8F-3C1B4547CB87}">
      <dgm:prSet/>
      <dgm:spPr/>
      <dgm:t>
        <a:bodyPr/>
        <a:lstStyle/>
        <a:p>
          <a:endParaRPr lang="es-ES"/>
        </a:p>
      </dgm:t>
    </dgm:pt>
    <dgm:pt modelId="{B47918D4-CBC0-4CCF-AE9F-E40A779C06C2}">
      <dgm:prSet phldrT="[Texto]"/>
      <dgm:spPr/>
      <dgm:t>
        <a:bodyPr/>
        <a:lstStyle/>
        <a:p>
          <a:r>
            <a:rPr lang="es-ES" dirty="0"/>
            <a:t>Procesos </a:t>
          </a:r>
          <a:r>
            <a:rPr lang="es-ES" dirty="0" err="1"/>
            <a:t>ETLs</a:t>
          </a:r>
          <a:r>
            <a:rPr lang="es-ES" dirty="0"/>
            <a:t> Automáticos Avanzados</a:t>
          </a:r>
        </a:p>
      </dgm:t>
    </dgm:pt>
    <dgm:pt modelId="{C09D8ACA-16F4-4260-890A-C817F9F28FAD}" type="parTrans" cxnId="{C4C46193-5E2B-4F30-AF56-A6B122BD7FC1}">
      <dgm:prSet/>
      <dgm:spPr/>
      <dgm:t>
        <a:bodyPr/>
        <a:lstStyle/>
        <a:p>
          <a:endParaRPr lang="es-ES"/>
        </a:p>
      </dgm:t>
    </dgm:pt>
    <dgm:pt modelId="{82F4529C-3A83-4856-A63D-FAD79AFE8025}" type="sibTrans" cxnId="{C4C46193-5E2B-4F30-AF56-A6B122BD7FC1}">
      <dgm:prSet/>
      <dgm:spPr/>
      <dgm:t>
        <a:bodyPr/>
        <a:lstStyle/>
        <a:p>
          <a:endParaRPr lang="es-ES"/>
        </a:p>
      </dgm:t>
    </dgm:pt>
    <dgm:pt modelId="{DEB0BE7E-C964-45D6-B316-6A5FCFC0ED8C}">
      <dgm:prSet phldrT="[Texto]"/>
      <dgm:spPr/>
      <dgm:t>
        <a:bodyPr/>
        <a:lstStyle/>
        <a:p>
          <a:r>
            <a:rPr lang="es-ES" dirty="0"/>
            <a:t>Orígenes de Datos Voluminosos</a:t>
          </a:r>
        </a:p>
      </dgm:t>
    </dgm:pt>
    <dgm:pt modelId="{04EE1784-2A7A-499B-986E-05E52872561E}" type="parTrans" cxnId="{3DAB1AE1-4A25-4D3C-AF4B-4F5EEE82EA97}">
      <dgm:prSet/>
      <dgm:spPr/>
      <dgm:t>
        <a:bodyPr/>
        <a:lstStyle/>
        <a:p>
          <a:endParaRPr lang="es-ES"/>
        </a:p>
      </dgm:t>
    </dgm:pt>
    <dgm:pt modelId="{FCA96498-FA45-48CA-9E87-1391F309C04F}" type="sibTrans" cxnId="{3DAB1AE1-4A25-4D3C-AF4B-4F5EEE82EA97}">
      <dgm:prSet/>
      <dgm:spPr/>
      <dgm:t>
        <a:bodyPr/>
        <a:lstStyle/>
        <a:p>
          <a:endParaRPr lang="es-ES"/>
        </a:p>
      </dgm:t>
    </dgm:pt>
    <dgm:pt modelId="{548B699B-B897-45D8-BA7E-2F34BE4BB6D3}">
      <dgm:prSet phldrT="[Texto]"/>
      <dgm:spPr/>
      <dgm:t>
        <a:bodyPr/>
        <a:lstStyle/>
        <a:p>
          <a:r>
            <a:rPr lang="es-ES" dirty="0"/>
            <a:t>Tableau</a:t>
          </a:r>
        </a:p>
      </dgm:t>
    </dgm:pt>
    <dgm:pt modelId="{3EEE0BC9-60E4-46D1-B08E-EFEA5AC782C8}" type="sibTrans" cxnId="{E945D919-08A4-4B01-A1A0-1E0861B07C54}">
      <dgm:prSet/>
      <dgm:spPr/>
      <dgm:t>
        <a:bodyPr/>
        <a:lstStyle/>
        <a:p>
          <a:endParaRPr lang="es-ES"/>
        </a:p>
      </dgm:t>
    </dgm:pt>
    <dgm:pt modelId="{F2BDE0FE-C41C-4B48-9919-0AAAA1868209}" type="parTrans" cxnId="{E945D919-08A4-4B01-A1A0-1E0861B07C54}">
      <dgm:prSet/>
      <dgm:spPr/>
      <dgm:t>
        <a:bodyPr/>
        <a:lstStyle/>
        <a:p>
          <a:endParaRPr lang="es-ES"/>
        </a:p>
      </dgm:t>
    </dgm:pt>
    <dgm:pt modelId="{FD92ED48-2A29-41FD-AB00-479ABE4913BF}">
      <dgm:prSet phldrT="[Texto]"/>
      <dgm:spPr/>
      <dgm:t>
        <a:bodyPr/>
        <a:lstStyle/>
        <a:p>
          <a:r>
            <a:rPr lang="es-ES" dirty="0"/>
            <a:t>Reportes Portables </a:t>
          </a:r>
          <a:r>
            <a:rPr lang="es-ES" dirty="0" smtClean="0"/>
            <a:t>Livianos</a:t>
          </a:r>
          <a:endParaRPr lang="es-ES" dirty="0"/>
        </a:p>
      </dgm:t>
    </dgm:pt>
    <dgm:pt modelId="{B0964DD0-AA6F-4C16-B736-DC4DBDDFCC75}" type="parTrans" cxnId="{1A474EA1-9A23-49FB-AF6E-D3E976E9953B}">
      <dgm:prSet/>
      <dgm:spPr/>
      <dgm:t>
        <a:bodyPr/>
        <a:lstStyle/>
        <a:p>
          <a:endParaRPr lang="es-ES"/>
        </a:p>
      </dgm:t>
    </dgm:pt>
    <dgm:pt modelId="{5C1B34E4-5803-4C2F-9440-D39C0BF572A1}" type="sibTrans" cxnId="{1A474EA1-9A23-49FB-AF6E-D3E976E9953B}">
      <dgm:prSet/>
      <dgm:spPr/>
      <dgm:t>
        <a:bodyPr/>
        <a:lstStyle/>
        <a:p>
          <a:endParaRPr lang="es-ES"/>
        </a:p>
      </dgm:t>
    </dgm:pt>
    <dgm:pt modelId="{F3C00F97-E490-47B8-ACF3-B1CBB8B283EE}">
      <dgm:prSet phldrT="[Texto]"/>
      <dgm:spPr/>
      <dgm:t>
        <a:bodyPr/>
        <a:lstStyle/>
        <a:p>
          <a:r>
            <a:rPr lang="es-ES" dirty="0"/>
            <a:t>Estadísticas Avanzadas con Proyecciones</a:t>
          </a:r>
        </a:p>
      </dgm:t>
    </dgm:pt>
    <dgm:pt modelId="{10A4D6F1-6D67-4E34-A8CE-4573440F01C5}" type="parTrans" cxnId="{A62F18B9-3D40-4B2D-9760-5EF58E3A215B}">
      <dgm:prSet/>
      <dgm:spPr/>
      <dgm:t>
        <a:bodyPr/>
        <a:lstStyle/>
        <a:p>
          <a:endParaRPr lang="es-ES"/>
        </a:p>
      </dgm:t>
    </dgm:pt>
    <dgm:pt modelId="{EECDAEBC-6368-4447-BF11-0F99BCD026BB}" type="sibTrans" cxnId="{A62F18B9-3D40-4B2D-9760-5EF58E3A215B}">
      <dgm:prSet/>
      <dgm:spPr/>
      <dgm:t>
        <a:bodyPr/>
        <a:lstStyle/>
        <a:p>
          <a:endParaRPr lang="es-ES"/>
        </a:p>
      </dgm:t>
    </dgm:pt>
    <dgm:pt modelId="{47E2F70D-58E7-4CFF-8E1A-08FE83C891A1}">
      <dgm:prSet phldrT="[Texto]"/>
      <dgm:spPr/>
      <dgm:t>
        <a:bodyPr/>
        <a:lstStyle/>
        <a:p>
          <a:r>
            <a:rPr lang="es-ES" dirty="0"/>
            <a:t>Ciencia de Datos Asistida por IA</a:t>
          </a:r>
        </a:p>
      </dgm:t>
    </dgm:pt>
    <dgm:pt modelId="{974815C4-C422-4842-AF9D-A2CA5FF4996D}" type="parTrans" cxnId="{BC3F6398-E6FE-448E-A5FE-51239EAF845A}">
      <dgm:prSet/>
      <dgm:spPr/>
      <dgm:t>
        <a:bodyPr/>
        <a:lstStyle/>
        <a:p>
          <a:endParaRPr lang="es-ES"/>
        </a:p>
      </dgm:t>
    </dgm:pt>
    <dgm:pt modelId="{9C7EAC22-550A-4BF2-910B-622A13BAA60B}" type="sibTrans" cxnId="{BC3F6398-E6FE-448E-A5FE-51239EAF845A}">
      <dgm:prSet/>
      <dgm:spPr/>
      <dgm:t>
        <a:bodyPr/>
        <a:lstStyle/>
        <a:p>
          <a:endParaRPr lang="es-ES"/>
        </a:p>
      </dgm:t>
    </dgm:pt>
    <dgm:pt modelId="{8FC8807B-C225-42D4-BA2A-E2164DBEBFB3}">
      <dgm:prSet phldrT="[Texto]"/>
      <dgm:spPr/>
      <dgm:t>
        <a:bodyPr/>
        <a:lstStyle/>
        <a:p>
          <a:r>
            <a:rPr lang="es-ES" dirty="0"/>
            <a:t>MySQL</a:t>
          </a:r>
        </a:p>
      </dgm:t>
    </dgm:pt>
    <dgm:pt modelId="{1BBF0A7D-A9E7-4FD9-BAC4-E56FA1BD3230}" type="parTrans" cxnId="{C8932FCF-F1DF-424E-A12E-0913E2480B43}">
      <dgm:prSet/>
      <dgm:spPr/>
      <dgm:t>
        <a:bodyPr/>
        <a:lstStyle/>
        <a:p>
          <a:endParaRPr lang="es-ES"/>
        </a:p>
      </dgm:t>
    </dgm:pt>
    <dgm:pt modelId="{15B06B26-2AF2-4A1B-B203-3710B44C97C1}" type="sibTrans" cxnId="{C8932FCF-F1DF-424E-A12E-0913E2480B43}">
      <dgm:prSet/>
      <dgm:spPr/>
      <dgm:t>
        <a:bodyPr/>
        <a:lstStyle/>
        <a:p>
          <a:endParaRPr lang="es-ES"/>
        </a:p>
      </dgm:t>
    </dgm:pt>
    <dgm:pt modelId="{241B62EB-F2BB-434F-B0E6-56C464ABC626}">
      <dgm:prSet phldrT="[Texto]"/>
      <dgm:spPr/>
      <dgm:t>
        <a:bodyPr/>
        <a:lstStyle/>
        <a:p>
          <a:r>
            <a:rPr lang="es-ES" dirty="0"/>
            <a:t>Bases de Datos Dedicadas</a:t>
          </a:r>
        </a:p>
      </dgm:t>
    </dgm:pt>
    <dgm:pt modelId="{DA378CA7-9D25-4491-96F7-7D6814D5E393}" type="parTrans" cxnId="{302FAAA0-6ADD-420C-8D93-CC1FD22ED64A}">
      <dgm:prSet/>
      <dgm:spPr/>
      <dgm:t>
        <a:bodyPr/>
        <a:lstStyle/>
        <a:p>
          <a:endParaRPr lang="es-ES"/>
        </a:p>
      </dgm:t>
    </dgm:pt>
    <dgm:pt modelId="{D1325DB6-3D16-487A-A906-6C4E00ACC71A}" type="sibTrans" cxnId="{302FAAA0-6ADD-420C-8D93-CC1FD22ED64A}">
      <dgm:prSet/>
      <dgm:spPr/>
      <dgm:t>
        <a:bodyPr/>
        <a:lstStyle/>
        <a:p>
          <a:endParaRPr lang="es-ES"/>
        </a:p>
      </dgm:t>
    </dgm:pt>
    <dgm:pt modelId="{C5598CBB-D195-4449-95EC-CD7CE432247B}">
      <dgm:prSet phldrT="[Texto]"/>
      <dgm:spPr/>
      <dgm:t>
        <a:bodyPr/>
        <a:lstStyle/>
        <a:p>
          <a:r>
            <a:rPr lang="es-ES" dirty="0"/>
            <a:t>Consultas de Datos Rápidas</a:t>
          </a:r>
        </a:p>
      </dgm:t>
    </dgm:pt>
    <dgm:pt modelId="{8531D5EE-3A7E-4D41-9600-903A57E57D31}" type="parTrans" cxnId="{BFD8B11F-0470-483E-A945-AAC6E4E71BD0}">
      <dgm:prSet/>
      <dgm:spPr/>
      <dgm:t>
        <a:bodyPr/>
        <a:lstStyle/>
        <a:p>
          <a:endParaRPr lang="es-ES"/>
        </a:p>
      </dgm:t>
    </dgm:pt>
    <dgm:pt modelId="{3610C745-EF30-4531-B211-DC218D2A8737}" type="sibTrans" cxnId="{BFD8B11F-0470-483E-A945-AAC6E4E71BD0}">
      <dgm:prSet/>
      <dgm:spPr/>
      <dgm:t>
        <a:bodyPr/>
        <a:lstStyle/>
        <a:p>
          <a:endParaRPr lang="es-ES"/>
        </a:p>
      </dgm:t>
    </dgm:pt>
    <dgm:pt modelId="{B9781138-72F7-4D71-B023-EE4171A06BAC}">
      <dgm:prSet phldrT="[Texto]"/>
      <dgm:spPr/>
      <dgm:t>
        <a:bodyPr/>
        <a:lstStyle/>
        <a:p>
          <a:r>
            <a:rPr lang="es-ES" dirty="0"/>
            <a:t>Obtención de Datos Nuevos</a:t>
          </a:r>
        </a:p>
      </dgm:t>
    </dgm:pt>
    <dgm:pt modelId="{4BFB08A7-F504-4E87-9B12-6800C70C72CA}" type="parTrans" cxnId="{EE3A93ED-C0CD-4A6B-8E91-9448984F9530}">
      <dgm:prSet/>
      <dgm:spPr/>
      <dgm:t>
        <a:bodyPr/>
        <a:lstStyle/>
        <a:p>
          <a:endParaRPr lang="es-ES"/>
        </a:p>
      </dgm:t>
    </dgm:pt>
    <dgm:pt modelId="{C6082538-76C2-4703-80C0-C42F3BFB02CB}" type="sibTrans" cxnId="{EE3A93ED-C0CD-4A6B-8E91-9448984F9530}">
      <dgm:prSet/>
      <dgm:spPr/>
      <dgm:t>
        <a:bodyPr/>
        <a:lstStyle/>
        <a:p>
          <a:endParaRPr lang="es-ES"/>
        </a:p>
      </dgm:t>
    </dgm:pt>
    <dgm:pt modelId="{0F86829C-AD73-4321-96FD-EC8D2007EE88}">
      <dgm:prSet phldrT="[Texto]"/>
      <dgm:spPr/>
      <dgm:t>
        <a:bodyPr/>
        <a:lstStyle/>
        <a:p>
          <a:r>
            <a:rPr lang="es-ES" dirty="0"/>
            <a:t>Generación de Información Complementaria </a:t>
          </a:r>
        </a:p>
      </dgm:t>
    </dgm:pt>
    <dgm:pt modelId="{C6F00481-3E4F-4D1A-B1BE-4761861AB639}" type="parTrans" cxnId="{F7384F23-C0B4-42EA-A53C-C6A77636B9F5}">
      <dgm:prSet/>
      <dgm:spPr/>
      <dgm:t>
        <a:bodyPr/>
        <a:lstStyle/>
        <a:p>
          <a:endParaRPr lang="es-ES"/>
        </a:p>
      </dgm:t>
    </dgm:pt>
    <dgm:pt modelId="{3C4ECC7D-94B9-4ADD-BA50-DB5B5D6B4C33}" type="sibTrans" cxnId="{F7384F23-C0B4-42EA-A53C-C6A77636B9F5}">
      <dgm:prSet/>
      <dgm:spPr/>
      <dgm:t>
        <a:bodyPr/>
        <a:lstStyle/>
        <a:p>
          <a:endParaRPr lang="es-ES"/>
        </a:p>
      </dgm:t>
    </dgm:pt>
    <dgm:pt modelId="{FE83560E-5E7F-489A-92BD-530D22D0FD34}">
      <dgm:prSet phldrT="[Texto]"/>
      <dgm:spPr/>
      <dgm:t>
        <a:bodyPr/>
        <a:lstStyle/>
        <a:p>
          <a:r>
            <a:rPr lang="es-ES" dirty="0"/>
            <a:t>Narrativa de Datos +Fluida</a:t>
          </a:r>
        </a:p>
      </dgm:t>
    </dgm:pt>
    <dgm:pt modelId="{DAE5D38E-D55A-48D4-8455-EE4F35E14581}" type="parTrans" cxnId="{C15EEFAB-FEC9-409B-8610-A506756A40A9}">
      <dgm:prSet/>
      <dgm:spPr/>
      <dgm:t>
        <a:bodyPr/>
        <a:lstStyle/>
        <a:p>
          <a:endParaRPr lang="es-ES"/>
        </a:p>
      </dgm:t>
    </dgm:pt>
    <dgm:pt modelId="{8D95B070-10CE-4FCC-85A9-F7AF127E480C}" type="sibTrans" cxnId="{C15EEFAB-FEC9-409B-8610-A506756A40A9}">
      <dgm:prSet/>
      <dgm:spPr/>
      <dgm:t>
        <a:bodyPr/>
        <a:lstStyle/>
        <a:p>
          <a:endParaRPr lang="es-ES"/>
        </a:p>
      </dgm:t>
    </dgm:pt>
    <dgm:pt modelId="{03FBD0F9-61FA-470B-BAEF-F1BA25D01138}" type="pres">
      <dgm:prSet presAssocID="{7BFA12E7-4613-460B-9916-4B818FC40FBB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s-ES"/>
        </a:p>
      </dgm:t>
    </dgm:pt>
    <dgm:pt modelId="{D7A72DD3-01C3-48B0-BC0C-034F36A0DFC3}" type="pres">
      <dgm:prSet presAssocID="{548B699B-B897-45D8-BA7E-2F34BE4BB6D3}" presName="linNode" presStyleCnt="0"/>
      <dgm:spPr/>
    </dgm:pt>
    <dgm:pt modelId="{2AEDBA56-2E81-4D56-8AF3-BAFEDBE81B5E}" type="pres">
      <dgm:prSet presAssocID="{548B699B-B897-45D8-BA7E-2F34BE4BB6D3}" presName="parentShp" presStyleLbl="node1" presStyleIdx="0" presStyleCnt="3" custLinFactNeighborX="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F5F4854F-CF28-46E5-B73F-3AEEEE970741}" type="pres">
      <dgm:prSet presAssocID="{548B699B-B897-45D8-BA7E-2F34BE4BB6D3}" presName="childShp" presStyleLbl="b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8FFD26D-79C6-4E93-97DD-5D69AB796451}" type="pres">
      <dgm:prSet presAssocID="{3EEE0BC9-60E4-46D1-B08E-EFEA5AC782C8}" presName="spacing" presStyleCnt="0"/>
      <dgm:spPr/>
    </dgm:pt>
    <dgm:pt modelId="{252BA4A7-F216-4143-876A-FE5518BEC669}" type="pres">
      <dgm:prSet presAssocID="{300C8F7B-6068-4A4D-BCCE-3D8454B7BA6E}" presName="linNode" presStyleCnt="0"/>
      <dgm:spPr/>
    </dgm:pt>
    <dgm:pt modelId="{2EEF6D4D-B292-48BA-958F-554C49235F0E}" type="pres">
      <dgm:prSet presAssocID="{300C8F7B-6068-4A4D-BCCE-3D8454B7BA6E}" presName="parent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A783D56-A0BC-4AD5-9329-79684A24EA0E}" type="pres">
      <dgm:prSet presAssocID="{300C8F7B-6068-4A4D-BCCE-3D8454B7BA6E}" presName="childShp" presStyleLbl="b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914AC0A-B08A-45D7-B58D-72684D0A86D8}" type="pres">
      <dgm:prSet presAssocID="{DD9D37EA-8AB4-4C88-9FA7-D8CFCD4B3238}" presName="spacing" presStyleCnt="0"/>
      <dgm:spPr/>
    </dgm:pt>
    <dgm:pt modelId="{2E04D90D-223C-44D4-A918-87CD559B10B8}" type="pres">
      <dgm:prSet presAssocID="{8FC8807B-C225-42D4-BA2A-E2164DBEBFB3}" presName="linNode" presStyleCnt="0"/>
      <dgm:spPr/>
    </dgm:pt>
    <dgm:pt modelId="{2215ABAA-20CE-4B96-9331-AB8905D7791C}" type="pres">
      <dgm:prSet presAssocID="{8FC8807B-C225-42D4-BA2A-E2164DBEBFB3}" presName="parent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FAEC925-FB30-4414-A137-454534067DA6}" type="pres">
      <dgm:prSet presAssocID="{8FC8807B-C225-42D4-BA2A-E2164DBEBFB3}" presName="childShp" presStyleLbl="b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30440EE2-730F-4F92-9BF6-A92BAF78191F}" type="presOf" srcId="{47E2F70D-58E7-4CFF-8E1A-08FE83C891A1}" destId="{3A783D56-A0BC-4AD5-9329-79684A24EA0E}" srcOrd="0" destOrd="3" presId="urn:microsoft.com/office/officeart/2005/8/layout/vList6"/>
    <dgm:cxn modelId="{BFD8B11F-0470-483E-A945-AAC6E4E71BD0}" srcId="{8FC8807B-C225-42D4-BA2A-E2164DBEBFB3}" destId="{C5598CBB-D195-4449-95EC-CD7CE432247B}" srcOrd="1" destOrd="0" parTransId="{8531D5EE-3A7E-4D41-9600-903A57E57D31}" sibTransId="{3610C745-EF30-4531-B211-DC218D2A8737}"/>
    <dgm:cxn modelId="{E304D54F-4EA1-4628-9690-37AE328CAAE6}" srcId="{548B699B-B897-45D8-BA7E-2F34BE4BB6D3}" destId="{3F5C298B-E9FD-4B08-B391-0A8B96142582}" srcOrd="0" destOrd="0" parTransId="{392B281C-E285-464A-B21A-B9B781F35AA7}" sibTransId="{9E654B57-F2C4-4088-850A-F868B5DE9A8C}"/>
    <dgm:cxn modelId="{C8932FCF-F1DF-424E-A12E-0913E2480B43}" srcId="{7BFA12E7-4613-460B-9916-4B818FC40FBB}" destId="{8FC8807B-C225-42D4-BA2A-E2164DBEBFB3}" srcOrd="2" destOrd="0" parTransId="{1BBF0A7D-A9E7-4FD9-BAC4-E56FA1BD3230}" sibTransId="{15B06B26-2AF2-4A1B-B203-3710B44C97C1}"/>
    <dgm:cxn modelId="{5D384614-962F-4DEB-A562-07F1B67F9E3F}" type="presOf" srcId="{548B699B-B897-45D8-BA7E-2F34BE4BB6D3}" destId="{2AEDBA56-2E81-4D56-8AF3-BAFEDBE81B5E}" srcOrd="0" destOrd="0" presId="urn:microsoft.com/office/officeart/2005/8/layout/vList6"/>
    <dgm:cxn modelId="{00B9E9CE-20C9-46B3-A6E4-716B3817D5E3}" type="presOf" srcId="{DEB0BE7E-C964-45D6-B316-6A5FCFC0ED8C}" destId="{3A783D56-A0BC-4AD5-9329-79684A24EA0E}" srcOrd="0" destOrd="1" presId="urn:microsoft.com/office/officeart/2005/8/layout/vList6"/>
    <dgm:cxn modelId="{302FAAA0-6ADD-420C-8D93-CC1FD22ED64A}" srcId="{8FC8807B-C225-42D4-BA2A-E2164DBEBFB3}" destId="{241B62EB-F2BB-434F-B0E6-56C464ABC626}" srcOrd="0" destOrd="0" parTransId="{DA378CA7-9D25-4491-96F7-7D6814D5E393}" sibTransId="{D1325DB6-3D16-487A-A906-6C4E00ACC71A}"/>
    <dgm:cxn modelId="{34F34268-62DA-4996-B4F6-98ED57933011}" type="presOf" srcId="{7BFA12E7-4613-460B-9916-4B818FC40FBB}" destId="{03FBD0F9-61FA-470B-BAEF-F1BA25D01138}" srcOrd="0" destOrd="0" presId="urn:microsoft.com/office/officeart/2005/8/layout/vList6"/>
    <dgm:cxn modelId="{F7384F23-C0B4-42EA-A53C-C6A77636B9F5}" srcId="{8FC8807B-C225-42D4-BA2A-E2164DBEBFB3}" destId="{0F86829C-AD73-4321-96FD-EC8D2007EE88}" srcOrd="3" destOrd="0" parTransId="{C6F00481-3E4F-4D1A-B1BE-4761861AB639}" sibTransId="{3C4ECC7D-94B9-4ADD-BA50-DB5B5D6B4C33}"/>
    <dgm:cxn modelId="{22F3588B-B4B5-46B4-876C-E90E2391E8F5}" type="presOf" srcId="{C5598CBB-D195-4449-95EC-CD7CE432247B}" destId="{BFAEC925-FB30-4414-A137-454534067DA6}" srcOrd="0" destOrd="1" presId="urn:microsoft.com/office/officeart/2005/8/layout/vList6"/>
    <dgm:cxn modelId="{5BE23420-7300-46D4-B450-70E0CEAEC3A5}" type="presOf" srcId="{300C8F7B-6068-4A4D-BCCE-3D8454B7BA6E}" destId="{2EEF6D4D-B292-48BA-958F-554C49235F0E}" srcOrd="0" destOrd="0" presId="urn:microsoft.com/office/officeart/2005/8/layout/vList6"/>
    <dgm:cxn modelId="{5F39CA35-581C-4CE5-8D45-3923A0F7671A}" type="presOf" srcId="{B9781138-72F7-4D71-B023-EE4171A06BAC}" destId="{BFAEC925-FB30-4414-A137-454534067DA6}" srcOrd="0" destOrd="2" presId="urn:microsoft.com/office/officeart/2005/8/layout/vList6"/>
    <dgm:cxn modelId="{ADCC291B-DAA3-474F-B63B-A59D27FCEDDB}" type="presOf" srcId="{241B62EB-F2BB-434F-B0E6-56C464ABC626}" destId="{BFAEC925-FB30-4414-A137-454534067DA6}" srcOrd="0" destOrd="0" presId="urn:microsoft.com/office/officeart/2005/8/layout/vList6"/>
    <dgm:cxn modelId="{627BFBAB-178D-4557-BCC6-BFF21D7EA933}" type="presOf" srcId="{F3C00F97-E490-47B8-ACF3-B1CBB8B283EE}" destId="{3A783D56-A0BC-4AD5-9329-79684A24EA0E}" srcOrd="0" destOrd="2" presId="urn:microsoft.com/office/officeart/2005/8/layout/vList6"/>
    <dgm:cxn modelId="{AFBF945F-A582-4633-AA4E-D7757F310F0E}" srcId="{548B699B-B897-45D8-BA7E-2F34BE4BB6D3}" destId="{B9055C37-F937-4F6B-A26D-D474589AAE71}" srcOrd="1" destOrd="0" parTransId="{5D761E32-48F4-4435-979B-8BA63176BCAC}" sibTransId="{DA18A962-6498-4060-BC41-89C97793F567}"/>
    <dgm:cxn modelId="{E945D919-08A4-4B01-A1A0-1E0861B07C54}" srcId="{7BFA12E7-4613-460B-9916-4B818FC40FBB}" destId="{548B699B-B897-45D8-BA7E-2F34BE4BB6D3}" srcOrd="0" destOrd="0" parTransId="{F2BDE0FE-C41C-4B48-9919-0AAAA1868209}" sibTransId="{3EEE0BC9-60E4-46D1-B08E-EFEA5AC782C8}"/>
    <dgm:cxn modelId="{3DAB1AE1-4A25-4D3C-AF4B-4F5EEE82EA97}" srcId="{300C8F7B-6068-4A4D-BCCE-3D8454B7BA6E}" destId="{DEB0BE7E-C964-45D6-B316-6A5FCFC0ED8C}" srcOrd="1" destOrd="0" parTransId="{04EE1784-2A7A-499B-986E-05E52872561E}" sibTransId="{FCA96498-FA45-48CA-9E87-1391F309C04F}"/>
    <dgm:cxn modelId="{C4C46193-5E2B-4F30-AF56-A6B122BD7FC1}" srcId="{300C8F7B-6068-4A4D-BCCE-3D8454B7BA6E}" destId="{B47918D4-CBC0-4CCF-AE9F-E40A779C06C2}" srcOrd="0" destOrd="0" parTransId="{C09D8ACA-16F4-4260-890A-C817F9F28FAD}" sibTransId="{82F4529C-3A83-4856-A63D-FAD79AFE8025}"/>
    <dgm:cxn modelId="{A62F18B9-3D40-4B2D-9760-5EF58E3A215B}" srcId="{300C8F7B-6068-4A4D-BCCE-3D8454B7BA6E}" destId="{F3C00F97-E490-47B8-ACF3-B1CBB8B283EE}" srcOrd="2" destOrd="0" parTransId="{10A4D6F1-6D67-4E34-A8CE-4573440F01C5}" sibTransId="{EECDAEBC-6368-4447-BF11-0F99BCD026BB}"/>
    <dgm:cxn modelId="{BFF19C59-A609-4F9C-ABB4-928BC59C0EC9}" type="presOf" srcId="{B9055C37-F937-4F6B-A26D-D474589AAE71}" destId="{F5F4854F-CF28-46E5-B73F-3AEEEE970741}" srcOrd="0" destOrd="1" presId="urn:microsoft.com/office/officeart/2005/8/layout/vList6"/>
    <dgm:cxn modelId="{C15EEFAB-FEC9-409B-8610-A506756A40A9}" srcId="{548B699B-B897-45D8-BA7E-2F34BE4BB6D3}" destId="{FE83560E-5E7F-489A-92BD-530D22D0FD34}" srcOrd="3" destOrd="0" parTransId="{DAE5D38E-D55A-48D4-8455-EE4F35E14581}" sibTransId="{8D95B070-10CE-4FCC-85A9-F7AF127E480C}"/>
    <dgm:cxn modelId="{EFC6E971-7BB0-4CB7-A262-449D477C6202}" type="presOf" srcId="{FE83560E-5E7F-489A-92BD-530D22D0FD34}" destId="{F5F4854F-CF28-46E5-B73F-3AEEEE970741}" srcOrd="0" destOrd="3" presId="urn:microsoft.com/office/officeart/2005/8/layout/vList6"/>
    <dgm:cxn modelId="{2E8F47B9-9735-4C2D-A2FC-9EA167D39CB7}" type="presOf" srcId="{3F5C298B-E9FD-4B08-B391-0A8B96142582}" destId="{F5F4854F-CF28-46E5-B73F-3AEEEE970741}" srcOrd="0" destOrd="0" presId="urn:microsoft.com/office/officeart/2005/8/layout/vList6"/>
    <dgm:cxn modelId="{9512A617-A575-4A30-97E8-DDA7B0D44A72}" type="presOf" srcId="{8FC8807B-C225-42D4-BA2A-E2164DBEBFB3}" destId="{2215ABAA-20CE-4B96-9331-AB8905D7791C}" srcOrd="0" destOrd="0" presId="urn:microsoft.com/office/officeart/2005/8/layout/vList6"/>
    <dgm:cxn modelId="{EE3A93ED-C0CD-4A6B-8E91-9448984F9530}" srcId="{8FC8807B-C225-42D4-BA2A-E2164DBEBFB3}" destId="{B9781138-72F7-4D71-B023-EE4171A06BAC}" srcOrd="2" destOrd="0" parTransId="{4BFB08A7-F504-4E87-9B12-6800C70C72CA}" sibTransId="{C6082538-76C2-4703-80C0-C42F3BFB02CB}"/>
    <dgm:cxn modelId="{BC3F6398-E6FE-448E-A5FE-51239EAF845A}" srcId="{300C8F7B-6068-4A4D-BCCE-3D8454B7BA6E}" destId="{47E2F70D-58E7-4CFF-8E1A-08FE83C891A1}" srcOrd="3" destOrd="0" parTransId="{974815C4-C422-4842-AF9D-A2CA5FF4996D}" sibTransId="{9C7EAC22-550A-4BF2-910B-622A13BAA60B}"/>
    <dgm:cxn modelId="{27AA0ED4-01FC-470C-9C8F-3C1B4547CB87}" srcId="{7BFA12E7-4613-460B-9916-4B818FC40FBB}" destId="{300C8F7B-6068-4A4D-BCCE-3D8454B7BA6E}" srcOrd="1" destOrd="0" parTransId="{A8BF845F-0DE3-4E06-8F5A-0011E20A107C}" sibTransId="{DD9D37EA-8AB4-4C88-9FA7-D8CFCD4B3238}"/>
    <dgm:cxn modelId="{8264AB1F-B7C7-4125-89B2-0F7CBDD7172B}" type="presOf" srcId="{B47918D4-CBC0-4CCF-AE9F-E40A779C06C2}" destId="{3A783D56-A0BC-4AD5-9329-79684A24EA0E}" srcOrd="0" destOrd="0" presId="urn:microsoft.com/office/officeart/2005/8/layout/vList6"/>
    <dgm:cxn modelId="{2AC2B6B1-C9F2-458A-BA31-70672CA58660}" type="presOf" srcId="{0F86829C-AD73-4321-96FD-EC8D2007EE88}" destId="{BFAEC925-FB30-4414-A137-454534067DA6}" srcOrd="0" destOrd="3" presId="urn:microsoft.com/office/officeart/2005/8/layout/vList6"/>
    <dgm:cxn modelId="{1A474EA1-9A23-49FB-AF6E-D3E976E9953B}" srcId="{548B699B-B897-45D8-BA7E-2F34BE4BB6D3}" destId="{FD92ED48-2A29-41FD-AB00-479ABE4913BF}" srcOrd="2" destOrd="0" parTransId="{B0964DD0-AA6F-4C16-B736-DC4DBDDFCC75}" sibTransId="{5C1B34E4-5803-4C2F-9440-D39C0BF572A1}"/>
    <dgm:cxn modelId="{A2BE68B7-2486-4918-9354-CDF24C785B87}" type="presOf" srcId="{FD92ED48-2A29-41FD-AB00-479ABE4913BF}" destId="{F5F4854F-CF28-46E5-B73F-3AEEEE970741}" srcOrd="0" destOrd="2" presId="urn:microsoft.com/office/officeart/2005/8/layout/vList6"/>
    <dgm:cxn modelId="{40994E65-EAC9-4BB4-95A3-124EF4180173}" type="presParOf" srcId="{03FBD0F9-61FA-470B-BAEF-F1BA25D01138}" destId="{D7A72DD3-01C3-48B0-BC0C-034F36A0DFC3}" srcOrd="0" destOrd="0" presId="urn:microsoft.com/office/officeart/2005/8/layout/vList6"/>
    <dgm:cxn modelId="{5368783F-7CEA-499D-9F46-4C34274FED2D}" type="presParOf" srcId="{D7A72DD3-01C3-48B0-BC0C-034F36A0DFC3}" destId="{2AEDBA56-2E81-4D56-8AF3-BAFEDBE81B5E}" srcOrd="0" destOrd="0" presId="urn:microsoft.com/office/officeart/2005/8/layout/vList6"/>
    <dgm:cxn modelId="{4F47FF6B-282A-4DC8-BC6C-DC4391481D17}" type="presParOf" srcId="{D7A72DD3-01C3-48B0-BC0C-034F36A0DFC3}" destId="{F5F4854F-CF28-46E5-B73F-3AEEEE970741}" srcOrd="1" destOrd="0" presId="urn:microsoft.com/office/officeart/2005/8/layout/vList6"/>
    <dgm:cxn modelId="{5DB031AF-9F75-480F-B6F6-9493585A7314}" type="presParOf" srcId="{03FBD0F9-61FA-470B-BAEF-F1BA25D01138}" destId="{88FFD26D-79C6-4E93-97DD-5D69AB796451}" srcOrd="1" destOrd="0" presId="urn:microsoft.com/office/officeart/2005/8/layout/vList6"/>
    <dgm:cxn modelId="{2EB2605A-B5E2-4A5B-9587-3271830E012D}" type="presParOf" srcId="{03FBD0F9-61FA-470B-BAEF-F1BA25D01138}" destId="{252BA4A7-F216-4143-876A-FE5518BEC669}" srcOrd="2" destOrd="0" presId="urn:microsoft.com/office/officeart/2005/8/layout/vList6"/>
    <dgm:cxn modelId="{CB827483-C506-4C77-8331-D57E671C272C}" type="presParOf" srcId="{252BA4A7-F216-4143-876A-FE5518BEC669}" destId="{2EEF6D4D-B292-48BA-958F-554C49235F0E}" srcOrd="0" destOrd="0" presId="urn:microsoft.com/office/officeart/2005/8/layout/vList6"/>
    <dgm:cxn modelId="{F356856E-0C55-4EF9-BB28-5AF538009B37}" type="presParOf" srcId="{252BA4A7-F216-4143-876A-FE5518BEC669}" destId="{3A783D56-A0BC-4AD5-9329-79684A24EA0E}" srcOrd="1" destOrd="0" presId="urn:microsoft.com/office/officeart/2005/8/layout/vList6"/>
    <dgm:cxn modelId="{08D77D0B-31B0-4460-9F31-1D37A7716BC1}" type="presParOf" srcId="{03FBD0F9-61FA-470B-BAEF-F1BA25D01138}" destId="{E914AC0A-B08A-45D7-B58D-72684D0A86D8}" srcOrd="3" destOrd="0" presId="urn:microsoft.com/office/officeart/2005/8/layout/vList6"/>
    <dgm:cxn modelId="{7676D051-29C6-477D-BA93-B954D686698E}" type="presParOf" srcId="{03FBD0F9-61FA-470B-BAEF-F1BA25D01138}" destId="{2E04D90D-223C-44D4-A918-87CD559B10B8}" srcOrd="4" destOrd="0" presId="urn:microsoft.com/office/officeart/2005/8/layout/vList6"/>
    <dgm:cxn modelId="{5A078C20-0411-449B-8125-B830CC63629E}" type="presParOf" srcId="{2E04D90D-223C-44D4-A918-87CD559B10B8}" destId="{2215ABAA-20CE-4B96-9331-AB8905D7791C}" srcOrd="0" destOrd="0" presId="urn:microsoft.com/office/officeart/2005/8/layout/vList6"/>
    <dgm:cxn modelId="{65E7F419-9C2C-4E17-81C7-8096459CDAA4}" type="presParOf" srcId="{2E04D90D-223C-44D4-A918-87CD559B10B8}" destId="{BFAEC925-FB30-4414-A137-454534067DA6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96CC5E-83EA-4BFC-80F0-8BD9ABDF9BEC}">
      <dsp:nvSpPr>
        <dsp:cNvPr id="0" name=""/>
        <dsp:cNvSpPr/>
      </dsp:nvSpPr>
      <dsp:spPr>
        <a:xfrm>
          <a:off x="4052569" y="0"/>
          <a:ext cx="6078855" cy="1341437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Que datos hay en la empresa: Excel, </a:t>
          </a:r>
          <a:r>
            <a:rPr lang="es-ES" sz="1600" kern="1200" dirty="0" err="1"/>
            <a:t>Pdf</a:t>
          </a:r>
          <a:r>
            <a:rPr lang="es-ES" sz="1600" kern="1200" dirty="0"/>
            <a:t>, Web, </a:t>
          </a:r>
          <a:r>
            <a:rPr lang="es-ES" sz="1600" kern="1200" dirty="0" err="1"/>
            <a:t>etc</a:t>
          </a:r>
          <a:endParaRPr lang="es-E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¿Es información confiable?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¿Hay “datos oscuros” que se puedan aprovechar?</a:t>
          </a:r>
        </a:p>
      </dsp:txBody>
      <dsp:txXfrm>
        <a:off x="4052569" y="167680"/>
        <a:ext cx="5575816" cy="1006077"/>
      </dsp:txXfrm>
    </dsp:sp>
    <dsp:sp modelId="{CB176025-D9D3-44D9-9540-13A7925804EC}">
      <dsp:nvSpPr>
        <dsp:cNvPr id="0" name=""/>
        <dsp:cNvSpPr/>
      </dsp:nvSpPr>
      <dsp:spPr>
        <a:xfrm>
          <a:off x="0" y="0"/>
          <a:ext cx="4052570" cy="1341437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3800" kern="1200" dirty="0"/>
            <a:t>Entrada de Datos</a:t>
          </a:r>
        </a:p>
      </dsp:txBody>
      <dsp:txXfrm>
        <a:off x="65484" y="65484"/>
        <a:ext cx="3921602" cy="1210469"/>
      </dsp:txXfrm>
    </dsp:sp>
    <dsp:sp modelId="{F34C6F0B-AEFE-472B-A314-5D8A441DAFAD}">
      <dsp:nvSpPr>
        <dsp:cNvPr id="0" name=""/>
        <dsp:cNvSpPr/>
      </dsp:nvSpPr>
      <dsp:spPr>
        <a:xfrm>
          <a:off x="4052569" y="1475580"/>
          <a:ext cx="6078855" cy="1341437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783884"/>
            <a:satOff val="1750"/>
            <a:lumOff val="363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-783884"/>
              <a:satOff val="1750"/>
              <a:lumOff val="363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Aplicar proceso de ETL: Extracción, Transformación y Carga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Adaptadores (Excel)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Almacenamiento y Clasificación priorizando Datos Críticos</a:t>
          </a:r>
        </a:p>
      </dsp:txBody>
      <dsp:txXfrm>
        <a:off x="4052569" y="1643260"/>
        <a:ext cx="5575816" cy="1006077"/>
      </dsp:txXfrm>
    </dsp:sp>
    <dsp:sp modelId="{247270F2-85CB-43EC-BC58-625C95BB5A8D}">
      <dsp:nvSpPr>
        <dsp:cNvPr id="0" name=""/>
        <dsp:cNvSpPr/>
      </dsp:nvSpPr>
      <dsp:spPr>
        <a:xfrm>
          <a:off x="0" y="1475580"/>
          <a:ext cx="4052570" cy="1341437"/>
        </a:xfrm>
        <a:prstGeom prst="roundRect">
          <a:avLst/>
        </a:prstGeom>
        <a:gradFill rotWithShape="0">
          <a:gsLst>
            <a:gs pos="0">
              <a:schemeClr val="accent5">
                <a:hueOff val="-1002469"/>
                <a:satOff val="551"/>
                <a:lumOff val="2647"/>
                <a:alphaOff val="0"/>
                <a:tint val="98000"/>
                <a:lumMod val="100000"/>
              </a:schemeClr>
            </a:gs>
            <a:gs pos="100000">
              <a:schemeClr val="accent5">
                <a:hueOff val="-1002469"/>
                <a:satOff val="551"/>
                <a:lumOff val="2647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3800" kern="1200" dirty="0"/>
            <a:t>Preparación de Datos</a:t>
          </a:r>
        </a:p>
      </dsp:txBody>
      <dsp:txXfrm>
        <a:off x="65484" y="1541064"/>
        <a:ext cx="3921602" cy="1210469"/>
      </dsp:txXfrm>
    </dsp:sp>
    <dsp:sp modelId="{BAB0BA8A-0678-4C8A-88FD-CEF6474311AA}">
      <dsp:nvSpPr>
        <dsp:cNvPr id="0" name=""/>
        <dsp:cNvSpPr/>
      </dsp:nvSpPr>
      <dsp:spPr>
        <a:xfrm>
          <a:off x="4052569" y="2951161"/>
          <a:ext cx="6078855" cy="1341437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1567769"/>
            <a:satOff val="3499"/>
            <a:lumOff val="727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-1567769"/>
              <a:satOff val="3499"/>
              <a:lumOff val="727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Proceso de Información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Decisiones Basadas en Resultados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Análisis Cualitativos/Cuantitativos: Descriptivos y/o Predictivos</a:t>
          </a:r>
        </a:p>
      </dsp:txBody>
      <dsp:txXfrm>
        <a:off x="4052569" y="3118841"/>
        <a:ext cx="5575816" cy="1006077"/>
      </dsp:txXfrm>
    </dsp:sp>
    <dsp:sp modelId="{16D6E4AF-C3D2-4344-8814-3EDFDE7CDB72}">
      <dsp:nvSpPr>
        <dsp:cNvPr id="0" name=""/>
        <dsp:cNvSpPr/>
      </dsp:nvSpPr>
      <dsp:spPr>
        <a:xfrm>
          <a:off x="0" y="2951161"/>
          <a:ext cx="4052570" cy="1341437"/>
        </a:xfrm>
        <a:prstGeom prst="roundRect">
          <a:avLst/>
        </a:prstGeom>
        <a:gradFill rotWithShape="0">
          <a:gsLst>
            <a:gs pos="0">
              <a:schemeClr val="accent5">
                <a:hueOff val="-2004937"/>
                <a:satOff val="1102"/>
                <a:lumOff val="5294"/>
                <a:alphaOff val="0"/>
                <a:tint val="98000"/>
                <a:lumMod val="100000"/>
              </a:schemeClr>
            </a:gs>
            <a:gs pos="100000">
              <a:schemeClr val="accent5">
                <a:hueOff val="-2004937"/>
                <a:satOff val="1102"/>
                <a:lumOff val="529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3800" kern="1200" dirty="0" err="1"/>
            <a:t>Analisis</a:t>
          </a:r>
          <a:endParaRPr lang="es-ES" sz="3800" kern="1200" dirty="0"/>
        </a:p>
      </dsp:txBody>
      <dsp:txXfrm>
        <a:off x="65484" y="3016645"/>
        <a:ext cx="3921602" cy="12104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3CF6E9-7FE0-44A3-B830-A437F7B4281F}">
      <dsp:nvSpPr>
        <dsp:cNvPr id="0" name=""/>
        <dsp:cNvSpPr/>
      </dsp:nvSpPr>
      <dsp:spPr>
        <a:xfrm rot="5400000">
          <a:off x="6490713" y="-2741663"/>
          <a:ext cx="797311" cy="6484112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400" kern="1200" dirty="0"/>
            <a:t>Tomar Datos Recolectados Sin Procesar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400" kern="1200" dirty="0"/>
            <a:t>Convertirlos en Información Confiable y Comprensible</a:t>
          </a:r>
        </a:p>
      </dsp:txBody>
      <dsp:txXfrm rot="-5400000">
        <a:off x="3647313" y="140659"/>
        <a:ext cx="6445190" cy="719467"/>
      </dsp:txXfrm>
    </dsp:sp>
    <dsp:sp modelId="{3E3E7328-AB35-48FF-880D-C3956A47DE87}">
      <dsp:nvSpPr>
        <dsp:cNvPr id="0" name=""/>
        <dsp:cNvSpPr/>
      </dsp:nvSpPr>
      <dsp:spPr>
        <a:xfrm>
          <a:off x="0" y="2072"/>
          <a:ext cx="3647313" cy="99663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800" kern="1200" dirty="0"/>
            <a:t>Preparación de los datos</a:t>
          </a:r>
        </a:p>
      </dsp:txBody>
      <dsp:txXfrm>
        <a:off x="48652" y="50724"/>
        <a:ext cx="3550009" cy="899335"/>
      </dsp:txXfrm>
    </dsp:sp>
    <dsp:sp modelId="{C25741C2-9A71-4D1D-97DD-22FC56419868}">
      <dsp:nvSpPr>
        <dsp:cNvPr id="0" name=""/>
        <dsp:cNvSpPr/>
      </dsp:nvSpPr>
      <dsp:spPr>
        <a:xfrm rot="5400000">
          <a:off x="6490713" y="-1695191"/>
          <a:ext cx="797311" cy="6484112"/>
        </a:xfrm>
        <a:prstGeom prst="round2SameRect">
          <a:avLst/>
        </a:prstGeom>
        <a:solidFill>
          <a:schemeClr val="accent5">
            <a:tint val="40000"/>
            <a:alpha val="90000"/>
            <a:hueOff val="-522590"/>
            <a:satOff val="1166"/>
            <a:lumOff val="242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-522590"/>
              <a:satOff val="1166"/>
              <a:lumOff val="242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400" kern="1200" dirty="0"/>
            <a:t>Esencial para Ayudar a las Organizaciones y obtener Conclusiones Valiosas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400" kern="1200" dirty="0"/>
            <a:t>Un Buen Modelo Asegura Precisión y Eficiencia de los Informes</a:t>
          </a:r>
        </a:p>
      </dsp:txBody>
      <dsp:txXfrm rot="-5400000">
        <a:off x="3647313" y="1187131"/>
        <a:ext cx="6445190" cy="719467"/>
      </dsp:txXfrm>
    </dsp:sp>
    <dsp:sp modelId="{8E20DE29-610D-440F-92F4-0A9A125F91A4}">
      <dsp:nvSpPr>
        <dsp:cNvPr id="0" name=""/>
        <dsp:cNvSpPr/>
      </dsp:nvSpPr>
      <dsp:spPr>
        <a:xfrm>
          <a:off x="0" y="1048544"/>
          <a:ext cx="3647313" cy="996639"/>
        </a:xfrm>
        <a:prstGeom prst="roundRect">
          <a:avLst/>
        </a:prstGeom>
        <a:gradFill rotWithShape="0">
          <a:gsLst>
            <a:gs pos="0">
              <a:schemeClr val="accent5">
                <a:hueOff val="-668312"/>
                <a:satOff val="367"/>
                <a:lumOff val="1765"/>
                <a:alphaOff val="0"/>
                <a:tint val="98000"/>
                <a:lumMod val="100000"/>
              </a:schemeClr>
            </a:gs>
            <a:gs pos="100000">
              <a:schemeClr val="accent5">
                <a:hueOff val="-668312"/>
                <a:satOff val="367"/>
                <a:lumOff val="1765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800" kern="1200" dirty="0"/>
            <a:t>Modelado</a:t>
          </a:r>
        </a:p>
      </dsp:txBody>
      <dsp:txXfrm>
        <a:off x="48652" y="1097196"/>
        <a:ext cx="3550009" cy="899335"/>
      </dsp:txXfrm>
    </dsp:sp>
    <dsp:sp modelId="{7AC510E7-2335-4ECA-B601-D7168CE72D7A}">
      <dsp:nvSpPr>
        <dsp:cNvPr id="0" name=""/>
        <dsp:cNvSpPr/>
      </dsp:nvSpPr>
      <dsp:spPr>
        <a:xfrm rot="5400000">
          <a:off x="6490713" y="-648720"/>
          <a:ext cx="797311" cy="6484112"/>
        </a:xfrm>
        <a:prstGeom prst="round2SameRect">
          <a:avLst/>
        </a:prstGeom>
        <a:solidFill>
          <a:schemeClr val="accent5">
            <a:tint val="40000"/>
            <a:alpha val="90000"/>
            <a:hueOff val="-1045179"/>
            <a:satOff val="2333"/>
            <a:lumOff val="485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-1045179"/>
              <a:satOff val="2333"/>
              <a:lumOff val="485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400" kern="1200" dirty="0"/>
            <a:t>Concluido el Proceso y Modelado de Datos Podemos Consultarlos Visualmente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400" kern="1200" dirty="0"/>
            <a:t>Un Informe Bien Diseñado Debe Contar una Historia de los Datos y Obtener Conclusiones</a:t>
          </a:r>
        </a:p>
      </dsp:txBody>
      <dsp:txXfrm rot="-5400000">
        <a:off x="3647313" y="2233602"/>
        <a:ext cx="6445190" cy="719467"/>
      </dsp:txXfrm>
    </dsp:sp>
    <dsp:sp modelId="{D227B264-9280-4BC4-81D9-F6FA9638D7DF}">
      <dsp:nvSpPr>
        <dsp:cNvPr id="0" name=""/>
        <dsp:cNvSpPr/>
      </dsp:nvSpPr>
      <dsp:spPr>
        <a:xfrm>
          <a:off x="0" y="2095015"/>
          <a:ext cx="3647313" cy="996639"/>
        </a:xfrm>
        <a:prstGeom prst="roundRect">
          <a:avLst/>
        </a:prstGeom>
        <a:gradFill rotWithShape="0">
          <a:gsLst>
            <a:gs pos="0">
              <a:schemeClr val="accent5">
                <a:hueOff val="-1336625"/>
                <a:satOff val="735"/>
                <a:lumOff val="3529"/>
                <a:alphaOff val="0"/>
                <a:tint val="98000"/>
                <a:lumMod val="100000"/>
              </a:schemeClr>
            </a:gs>
            <a:gs pos="100000">
              <a:schemeClr val="accent5">
                <a:hueOff val="-1336625"/>
                <a:satOff val="735"/>
                <a:lumOff val="3529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800" kern="1200" dirty="0"/>
            <a:t>Visualización</a:t>
          </a:r>
        </a:p>
      </dsp:txBody>
      <dsp:txXfrm>
        <a:off x="48652" y="2143667"/>
        <a:ext cx="3550009" cy="899335"/>
      </dsp:txXfrm>
    </dsp:sp>
    <dsp:sp modelId="{65FF4A92-5128-4518-86E0-718F80B2DC8B}">
      <dsp:nvSpPr>
        <dsp:cNvPr id="0" name=""/>
        <dsp:cNvSpPr/>
      </dsp:nvSpPr>
      <dsp:spPr>
        <a:xfrm rot="5400000">
          <a:off x="6490713" y="397751"/>
          <a:ext cx="797311" cy="6484112"/>
        </a:xfrm>
        <a:prstGeom prst="round2SameRect">
          <a:avLst/>
        </a:prstGeom>
        <a:solidFill>
          <a:schemeClr val="accent5">
            <a:tint val="40000"/>
            <a:alpha val="90000"/>
            <a:hueOff val="-1567769"/>
            <a:satOff val="3499"/>
            <a:lumOff val="727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-1567769"/>
              <a:satOff val="3499"/>
              <a:lumOff val="727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400" kern="1200" dirty="0"/>
            <a:t>Interpretar la Información Mostrada en los Informes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400" kern="1200" dirty="0"/>
            <a:t>Asistir a Gerentes y Líderes de Áreas Interesadas (identificar Patrones y </a:t>
          </a:r>
          <a:r>
            <a:rPr lang="es-ES" sz="1400" kern="1200" dirty="0" smtClean="0"/>
            <a:t>Tendencias)</a:t>
          </a:r>
          <a:endParaRPr lang="es-E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400" kern="1200" dirty="0"/>
            <a:t>Comunicar Conclusiones en Forma Comprensible para Todos</a:t>
          </a:r>
        </a:p>
      </dsp:txBody>
      <dsp:txXfrm rot="-5400000">
        <a:off x="3647313" y="3280073"/>
        <a:ext cx="6445190" cy="719467"/>
      </dsp:txXfrm>
    </dsp:sp>
    <dsp:sp modelId="{FF6E60A6-0D22-4C75-896C-F053069E9AB0}">
      <dsp:nvSpPr>
        <dsp:cNvPr id="0" name=""/>
        <dsp:cNvSpPr/>
      </dsp:nvSpPr>
      <dsp:spPr>
        <a:xfrm>
          <a:off x="0" y="3141487"/>
          <a:ext cx="3647313" cy="996639"/>
        </a:xfrm>
        <a:prstGeom prst="roundRect">
          <a:avLst/>
        </a:prstGeom>
        <a:gradFill rotWithShape="0">
          <a:gsLst>
            <a:gs pos="0">
              <a:schemeClr val="accent5">
                <a:hueOff val="-2004937"/>
                <a:satOff val="1102"/>
                <a:lumOff val="5294"/>
                <a:alphaOff val="0"/>
                <a:tint val="98000"/>
                <a:lumMod val="100000"/>
              </a:schemeClr>
            </a:gs>
            <a:gs pos="100000">
              <a:schemeClr val="accent5">
                <a:hueOff val="-2004937"/>
                <a:satOff val="1102"/>
                <a:lumOff val="529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800" kern="1200" dirty="0"/>
            <a:t>Análisis</a:t>
          </a:r>
        </a:p>
      </dsp:txBody>
      <dsp:txXfrm>
        <a:off x="48652" y="3190139"/>
        <a:ext cx="3550009" cy="8993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8E8FBE-D550-4ED2-8118-762B64E5B7A7}">
      <dsp:nvSpPr>
        <dsp:cNvPr id="0" name=""/>
        <dsp:cNvSpPr/>
      </dsp:nvSpPr>
      <dsp:spPr>
        <a:xfrm>
          <a:off x="1409890" y="1031"/>
          <a:ext cx="7311643" cy="78592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55880" rIns="83820" bIns="5588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4400" kern="1200" dirty="0"/>
            <a:t>Narrativa de Datos</a:t>
          </a:r>
        </a:p>
      </dsp:txBody>
      <dsp:txXfrm>
        <a:off x="1432909" y="24050"/>
        <a:ext cx="7265605" cy="739889"/>
      </dsp:txXfrm>
    </dsp:sp>
    <dsp:sp modelId="{CA734D28-30E4-4D4B-B36D-402990B8331B}">
      <dsp:nvSpPr>
        <dsp:cNvPr id="0" name=""/>
        <dsp:cNvSpPr/>
      </dsp:nvSpPr>
      <dsp:spPr>
        <a:xfrm>
          <a:off x="1409890" y="928425"/>
          <a:ext cx="785927" cy="785927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011679-812E-4EE1-AA8D-2CEFEF24AADA}">
      <dsp:nvSpPr>
        <dsp:cNvPr id="0" name=""/>
        <dsp:cNvSpPr/>
      </dsp:nvSpPr>
      <dsp:spPr>
        <a:xfrm>
          <a:off x="2242973" y="928425"/>
          <a:ext cx="6478560" cy="78592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Informes, </a:t>
          </a:r>
          <a:r>
            <a:rPr lang="es-ES" sz="1800" kern="1200" dirty="0" err="1"/>
            <a:t>Dashboard</a:t>
          </a:r>
          <a:r>
            <a:rPr lang="es-ES" sz="1800" kern="1200" dirty="0"/>
            <a:t>, Reportes, Seguimientos, </a:t>
          </a:r>
          <a:r>
            <a:rPr lang="es-ES" sz="1800" kern="1200" dirty="0" err="1"/>
            <a:t>etc</a:t>
          </a:r>
          <a:endParaRPr lang="es-ES" sz="1800" kern="1200" dirty="0"/>
        </a:p>
      </dsp:txBody>
      <dsp:txXfrm>
        <a:off x="2281346" y="966798"/>
        <a:ext cx="6401814" cy="709181"/>
      </dsp:txXfrm>
    </dsp:sp>
    <dsp:sp modelId="{57F8684D-0171-4033-9BA7-7570B202D2A1}">
      <dsp:nvSpPr>
        <dsp:cNvPr id="0" name=""/>
        <dsp:cNvSpPr/>
      </dsp:nvSpPr>
      <dsp:spPr>
        <a:xfrm>
          <a:off x="1409890" y="1808663"/>
          <a:ext cx="785927" cy="785927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7E68EF2-A38C-496C-AC94-0341FE3AF831}">
      <dsp:nvSpPr>
        <dsp:cNvPr id="0" name=""/>
        <dsp:cNvSpPr/>
      </dsp:nvSpPr>
      <dsp:spPr>
        <a:xfrm>
          <a:off x="2242973" y="1808663"/>
          <a:ext cx="6478560" cy="78592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5">
                <a:hueOff val="-668312"/>
                <a:satOff val="367"/>
                <a:lumOff val="1765"/>
                <a:alphaOff val="0"/>
                <a:tint val="98000"/>
                <a:lumMod val="100000"/>
              </a:schemeClr>
            </a:gs>
            <a:gs pos="100000">
              <a:schemeClr val="accent5">
                <a:hueOff val="-668312"/>
                <a:satOff val="367"/>
                <a:lumOff val="1765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Visualizaciones Interactivas, </a:t>
          </a:r>
          <a:r>
            <a:rPr lang="es-ES" sz="1800" kern="1200" dirty="0" err="1"/>
            <a:t>Dashboards</a:t>
          </a:r>
          <a:r>
            <a:rPr lang="es-ES" sz="1800" kern="1200" dirty="0"/>
            <a:t>/Reportes Online</a:t>
          </a:r>
        </a:p>
      </dsp:txBody>
      <dsp:txXfrm>
        <a:off x="2281346" y="1847036"/>
        <a:ext cx="6401814" cy="709181"/>
      </dsp:txXfrm>
    </dsp:sp>
    <dsp:sp modelId="{FCE04B71-44B9-45D3-BF2C-F4D317BBF85A}">
      <dsp:nvSpPr>
        <dsp:cNvPr id="0" name=""/>
        <dsp:cNvSpPr/>
      </dsp:nvSpPr>
      <dsp:spPr>
        <a:xfrm>
          <a:off x="1409890" y="2688902"/>
          <a:ext cx="785927" cy="785927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" r="-5000"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38269D-FF62-4890-A0F3-09F496374736}">
      <dsp:nvSpPr>
        <dsp:cNvPr id="0" name=""/>
        <dsp:cNvSpPr/>
      </dsp:nvSpPr>
      <dsp:spPr>
        <a:xfrm>
          <a:off x="2242973" y="2688902"/>
          <a:ext cx="6478560" cy="78592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5">
                <a:hueOff val="-1336625"/>
                <a:satOff val="735"/>
                <a:lumOff val="3529"/>
                <a:alphaOff val="0"/>
                <a:tint val="98000"/>
                <a:lumMod val="100000"/>
              </a:schemeClr>
            </a:gs>
            <a:gs pos="100000">
              <a:schemeClr val="accent5">
                <a:hueOff val="-1336625"/>
                <a:satOff val="735"/>
                <a:lumOff val="3529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Presentaciones Informativas/Operativas</a:t>
          </a:r>
        </a:p>
      </dsp:txBody>
      <dsp:txXfrm>
        <a:off x="2281346" y="2727275"/>
        <a:ext cx="6401814" cy="709181"/>
      </dsp:txXfrm>
    </dsp:sp>
    <dsp:sp modelId="{F1B96171-1543-4AD8-9967-1AB43A1F5555}">
      <dsp:nvSpPr>
        <dsp:cNvPr id="0" name=""/>
        <dsp:cNvSpPr/>
      </dsp:nvSpPr>
      <dsp:spPr>
        <a:xfrm>
          <a:off x="1409890" y="3569140"/>
          <a:ext cx="785927" cy="785927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4000" r="-44000"/>
          </a:stretch>
        </a:blip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FB0AD93-4C14-4F4F-8DA5-DEF38FE74533}">
      <dsp:nvSpPr>
        <dsp:cNvPr id="0" name=""/>
        <dsp:cNvSpPr/>
      </dsp:nvSpPr>
      <dsp:spPr>
        <a:xfrm>
          <a:off x="2242973" y="3569140"/>
          <a:ext cx="6478560" cy="78592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5">
                <a:hueOff val="-2004937"/>
                <a:satOff val="1102"/>
                <a:lumOff val="5294"/>
                <a:alphaOff val="0"/>
                <a:tint val="98000"/>
                <a:lumMod val="100000"/>
              </a:schemeClr>
            </a:gs>
            <a:gs pos="100000">
              <a:schemeClr val="accent5">
                <a:hueOff val="-2004937"/>
                <a:satOff val="1102"/>
                <a:lumOff val="5294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En Desarrollo: Reportes Ágiles, Formatos Exportables y Portables</a:t>
          </a:r>
        </a:p>
      </dsp:txBody>
      <dsp:txXfrm>
        <a:off x="2281346" y="3607513"/>
        <a:ext cx="6401814" cy="7091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B874D9-F19E-4B33-8C07-EA2C63B20ED9}">
      <dsp:nvSpPr>
        <dsp:cNvPr id="0" name=""/>
        <dsp:cNvSpPr/>
      </dsp:nvSpPr>
      <dsp:spPr>
        <a:xfrm>
          <a:off x="491783" y="943093"/>
          <a:ext cx="4462369" cy="52498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EC1868B-A245-47EA-A8D3-DE58D3F85B3F}">
      <dsp:nvSpPr>
        <dsp:cNvPr id="0" name=""/>
        <dsp:cNvSpPr/>
      </dsp:nvSpPr>
      <dsp:spPr>
        <a:xfrm>
          <a:off x="491783" y="1140256"/>
          <a:ext cx="327821" cy="32782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657E8BB-7E64-42E2-A01B-CD389748DE20}">
      <dsp:nvSpPr>
        <dsp:cNvPr id="0" name=""/>
        <dsp:cNvSpPr/>
      </dsp:nvSpPr>
      <dsp:spPr>
        <a:xfrm>
          <a:off x="491783" y="0"/>
          <a:ext cx="4462369" cy="943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585" tIns="72390" rIns="108585" bIns="72390" numCol="1" spcCol="1270" anchor="ctr" anchorCtr="0">
          <a:noAutofit/>
        </a:bodyPr>
        <a:lstStyle/>
        <a:p>
          <a:pPr lvl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5700" kern="1200" dirty="0"/>
            <a:t>EXCEL</a:t>
          </a:r>
        </a:p>
      </dsp:txBody>
      <dsp:txXfrm>
        <a:off x="491783" y="0"/>
        <a:ext cx="4462369" cy="943093"/>
      </dsp:txXfrm>
    </dsp:sp>
    <dsp:sp modelId="{7921AD6A-17D8-4F47-9366-A6BFE8519744}">
      <dsp:nvSpPr>
        <dsp:cNvPr id="0" name=""/>
        <dsp:cNvSpPr/>
      </dsp:nvSpPr>
      <dsp:spPr>
        <a:xfrm>
          <a:off x="491783" y="1904398"/>
          <a:ext cx="327813" cy="3278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FF390AE-4835-4657-9276-A289F176B63F}">
      <dsp:nvSpPr>
        <dsp:cNvPr id="0" name=""/>
        <dsp:cNvSpPr/>
      </dsp:nvSpPr>
      <dsp:spPr>
        <a:xfrm>
          <a:off x="804149" y="1686238"/>
          <a:ext cx="4150003" cy="76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Generalizado y Ampliamente Disponible</a:t>
          </a:r>
        </a:p>
      </dsp:txBody>
      <dsp:txXfrm>
        <a:off x="804149" y="1686238"/>
        <a:ext cx="4150003" cy="764134"/>
      </dsp:txXfrm>
    </dsp:sp>
    <dsp:sp modelId="{1D7F88FC-037D-4B4E-B0FE-90F36BBFAAA5}">
      <dsp:nvSpPr>
        <dsp:cNvPr id="0" name=""/>
        <dsp:cNvSpPr/>
      </dsp:nvSpPr>
      <dsp:spPr>
        <a:xfrm>
          <a:off x="491783" y="2668533"/>
          <a:ext cx="327813" cy="3278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-387728"/>
              <a:satOff val="3902"/>
              <a:lumOff val="224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10C7039-365E-44C4-B148-15E44B6CD82E}">
      <dsp:nvSpPr>
        <dsp:cNvPr id="0" name=""/>
        <dsp:cNvSpPr/>
      </dsp:nvSpPr>
      <dsp:spPr>
        <a:xfrm>
          <a:off x="804149" y="2450372"/>
          <a:ext cx="4150003" cy="76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Análisis Complejos Rápidos, Continuo y Constante </a:t>
          </a:r>
        </a:p>
      </dsp:txBody>
      <dsp:txXfrm>
        <a:off x="804149" y="2450372"/>
        <a:ext cx="4150003" cy="764134"/>
      </dsp:txXfrm>
    </dsp:sp>
    <dsp:sp modelId="{999E6E92-95E6-422B-B71A-4CCDAE60E305}">
      <dsp:nvSpPr>
        <dsp:cNvPr id="0" name=""/>
        <dsp:cNvSpPr/>
      </dsp:nvSpPr>
      <dsp:spPr>
        <a:xfrm>
          <a:off x="491783" y="3432667"/>
          <a:ext cx="327813" cy="3278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-775457"/>
              <a:satOff val="7803"/>
              <a:lumOff val="448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DCB34B4-81A1-454C-8D27-4C05B1F8E1B6}">
      <dsp:nvSpPr>
        <dsp:cNvPr id="0" name=""/>
        <dsp:cNvSpPr/>
      </dsp:nvSpPr>
      <dsp:spPr>
        <a:xfrm>
          <a:off x="804149" y="3214507"/>
          <a:ext cx="4150003" cy="76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Carga Manual Susceptible a Errores</a:t>
          </a:r>
        </a:p>
      </dsp:txBody>
      <dsp:txXfrm>
        <a:off x="804149" y="3214507"/>
        <a:ext cx="4150003" cy="764134"/>
      </dsp:txXfrm>
    </dsp:sp>
    <dsp:sp modelId="{BB296FE2-1407-4451-949F-5C33059103B9}">
      <dsp:nvSpPr>
        <dsp:cNvPr id="0" name=""/>
        <dsp:cNvSpPr/>
      </dsp:nvSpPr>
      <dsp:spPr>
        <a:xfrm>
          <a:off x="491783" y="4196802"/>
          <a:ext cx="327813" cy="3278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-1163185"/>
              <a:satOff val="11705"/>
              <a:lumOff val="672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C92B6B2-9537-4C64-AA8B-F89267358A00}">
      <dsp:nvSpPr>
        <dsp:cNvPr id="0" name=""/>
        <dsp:cNvSpPr/>
      </dsp:nvSpPr>
      <dsp:spPr>
        <a:xfrm>
          <a:off x="804149" y="3978641"/>
          <a:ext cx="4150003" cy="76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Proceso Grandes Volúmenes Información Lento</a:t>
          </a:r>
        </a:p>
      </dsp:txBody>
      <dsp:txXfrm>
        <a:off x="804149" y="3978641"/>
        <a:ext cx="4150003" cy="764134"/>
      </dsp:txXfrm>
    </dsp:sp>
    <dsp:sp modelId="{9F227C21-CF11-4FCF-B593-A740F52A66E4}">
      <dsp:nvSpPr>
        <dsp:cNvPr id="0" name=""/>
        <dsp:cNvSpPr/>
      </dsp:nvSpPr>
      <dsp:spPr>
        <a:xfrm>
          <a:off x="5177271" y="943093"/>
          <a:ext cx="4462369" cy="524984"/>
        </a:xfrm>
        <a:prstGeom prst="rect">
          <a:avLst/>
        </a:prstGeom>
        <a:gradFill rotWithShape="0">
          <a:gsLst>
            <a:gs pos="0">
              <a:schemeClr val="accent4">
                <a:hueOff val="-2714099"/>
                <a:satOff val="27312"/>
                <a:lumOff val="1569"/>
                <a:alphaOff val="0"/>
                <a:tint val="98000"/>
                <a:lumMod val="100000"/>
              </a:schemeClr>
            </a:gs>
            <a:gs pos="100000">
              <a:schemeClr val="accent4">
                <a:hueOff val="-2714099"/>
                <a:satOff val="27312"/>
                <a:lumOff val="1569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4">
              <a:hueOff val="-2714099"/>
              <a:satOff val="27312"/>
              <a:lumOff val="1569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39DF6D-0767-4E6F-87AC-A89FCCBCB579}">
      <dsp:nvSpPr>
        <dsp:cNvPr id="0" name=""/>
        <dsp:cNvSpPr/>
      </dsp:nvSpPr>
      <dsp:spPr>
        <a:xfrm>
          <a:off x="5177271" y="1140256"/>
          <a:ext cx="327821" cy="32782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-2714099"/>
              <a:satOff val="27312"/>
              <a:lumOff val="1569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B3A95B4-E576-4326-8D10-055102641A9E}">
      <dsp:nvSpPr>
        <dsp:cNvPr id="0" name=""/>
        <dsp:cNvSpPr/>
      </dsp:nvSpPr>
      <dsp:spPr>
        <a:xfrm>
          <a:off x="5177271" y="0"/>
          <a:ext cx="4462369" cy="943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585" tIns="72390" rIns="108585" bIns="72390" numCol="1" spcCol="1270" anchor="ctr" anchorCtr="0">
          <a:noAutofit/>
        </a:bodyPr>
        <a:lstStyle/>
        <a:p>
          <a:pPr lvl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5700" kern="1200" dirty="0"/>
            <a:t>POWER BI</a:t>
          </a:r>
        </a:p>
      </dsp:txBody>
      <dsp:txXfrm>
        <a:off x="5177271" y="0"/>
        <a:ext cx="4462369" cy="943093"/>
      </dsp:txXfrm>
    </dsp:sp>
    <dsp:sp modelId="{FF6DFA77-EBF9-4ECD-B851-2DCA4A0245E9}">
      <dsp:nvSpPr>
        <dsp:cNvPr id="0" name=""/>
        <dsp:cNvSpPr/>
      </dsp:nvSpPr>
      <dsp:spPr>
        <a:xfrm>
          <a:off x="5177271" y="1904398"/>
          <a:ext cx="327813" cy="3278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-1550914"/>
              <a:satOff val="15607"/>
              <a:lumOff val="897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8AA2C8F-710E-4711-89F4-A40F4F4DEFCF}">
      <dsp:nvSpPr>
        <dsp:cNvPr id="0" name=""/>
        <dsp:cNvSpPr/>
      </dsp:nvSpPr>
      <dsp:spPr>
        <a:xfrm>
          <a:off x="5489637" y="1686238"/>
          <a:ext cx="4150003" cy="76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Conexión, Modelado y Visualización Integrados</a:t>
          </a:r>
        </a:p>
      </dsp:txBody>
      <dsp:txXfrm>
        <a:off x="5489637" y="1686238"/>
        <a:ext cx="4150003" cy="764134"/>
      </dsp:txXfrm>
    </dsp:sp>
    <dsp:sp modelId="{D9E1B89B-A906-43B9-BE5B-FB5F3EE2913C}">
      <dsp:nvSpPr>
        <dsp:cNvPr id="0" name=""/>
        <dsp:cNvSpPr/>
      </dsp:nvSpPr>
      <dsp:spPr>
        <a:xfrm>
          <a:off x="5177271" y="2668533"/>
          <a:ext cx="327813" cy="3278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-1938642"/>
              <a:satOff val="19509"/>
              <a:lumOff val="1121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D391AB6-F0E0-41F4-A979-63C537C41C7C}">
      <dsp:nvSpPr>
        <dsp:cNvPr id="0" name=""/>
        <dsp:cNvSpPr/>
      </dsp:nvSpPr>
      <dsp:spPr>
        <a:xfrm>
          <a:off x="5489637" y="2450372"/>
          <a:ext cx="4150003" cy="76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Trabajo Colaborativo/Compartido</a:t>
          </a:r>
        </a:p>
      </dsp:txBody>
      <dsp:txXfrm>
        <a:off x="5489637" y="2450372"/>
        <a:ext cx="4150003" cy="764134"/>
      </dsp:txXfrm>
    </dsp:sp>
    <dsp:sp modelId="{D2043FB0-B006-4CDB-A4AE-0EB36E749669}">
      <dsp:nvSpPr>
        <dsp:cNvPr id="0" name=""/>
        <dsp:cNvSpPr/>
      </dsp:nvSpPr>
      <dsp:spPr>
        <a:xfrm>
          <a:off x="5177271" y="3432667"/>
          <a:ext cx="327813" cy="3278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-2326371"/>
              <a:satOff val="23410"/>
              <a:lumOff val="1345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CA3D6A6-C4FE-4FCA-A8AD-C6CAD5A7184E}">
      <dsp:nvSpPr>
        <dsp:cNvPr id="0" name=""/>
        <dsp:cNvSpPr/>
      </dsp:nvSpPr>
      <dsp:spPr>
        <a:xfrm>
          <a:off x="5489637" y="3214507"/>
          <a:ext cx="4150003" cy="76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Mas de 70 Conectores de Datos: </a:t>
          </a:r>
          <a:r>
            <a:rPr lang="es-ES" sz="1800" kern="1200" dirty="0" err="1"/>
            <a:t>Pdfs</a:t>
          </a:r>
          <a:r>
            <a:rPr lang="es-ES" sz="1800" kern="1200" dirty="0"/>
            <a:t>, Webs, Drive, Excel, Texto, </a:t>
          </a:r>
          <a:r>
            <a:rPr lang="es-ES" sz="1800" kern="1200" dirty="0" err="1"/>
            <a:t>Sql</a:t>
          </a:r>
          <a:r>
            <a:rPr lang="es-ES" sz="1800" kern="1200" dirty="0"/>
            <a:t>, </a:t>
          </a:r>
          <a:r>
            <a:rPr lang="es-ES" sz="1800" kern="1200" dirty="0" err="1"/>
            <a:t>etc</a:t>
          </a:r>
          <a:endParaRPr lang="es-ES" sz="1800" kern="1200" dirty="0"/>
        </a:p>
      </dsp:txBody>
      <dsp:txXfrm>
        <a:off x="5489637" y="3214507"/>
        <a:ext cx="4150003" cy="764134"/>
      </dsp:txXfrm>
    </dsp:sp>
    <dsp:sp modelId="{E5E19009-9679-4B0F-A361-79D344EC4CC8}">
      <dsp:nvSpPr>
        <dsp:cNvPr id="0" name=""/>
        <dsp:cNvSpPr/>
      </dsp:nvSpPr>
      <dsp:spPr>
        <a:xfrm>
          <a:off x="5177271" y="4196802"/>
          <a:ext cx="327813" cy="3278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-2714099"/>
              <a:satOff val="27312"/>
              <a:lumOff val="1569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E7F77E1-4AFE-4C18-B3A2-C917AE013559}">
      <dsp:nvSpPr>
        <dsp:cNvPr id="0" name=""/>
        <dsp:cNvSpPr/>
      </dsp:nvSpPr>
      <dsp:spPr>
        <a:xfrm>
          <a:off x="5489637" y="3978641"/>
          <a:ext cx="4150003" cy="76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 Visualizaciones Avanzadas Interactivas y Sincronizadas Potenciadas por IA</a:t>
          </a:r>
        </a:p>
      </dsp:txBody>
      <dsp:txXfrm>
        <a:off x="5489637" y="3978641"/>
        <a:ext cx="4150003" cy="7641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F4854F-CF28-46E5-B73F-3AEEEE970741}">
      <dsp:nvSpPr>
        <dsp:cNvPr id="0" name=""/>
        <dsp:cNvSpPr/>
      </dsp:nvSpPr>
      <dsp:spPr>
        <a:xfrm>
          <a:off x="4052569" y="0"/>
          <a:ext cx="6078855" cy="1416843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Tecnología Alternativa </a:t>
          </a:r>
          <a:r>
            <a:rPr lang="es-ES" sz="1600" kern="1200" dirty="0" smtClean="0"/>
            <a:t>+Veloz</a:t>
          </a:r>
          <a:endParaRPr lang="es-E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Visualizaciones Elegantes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Reportes Portables </a:t>
          </a:r>
          <a:r>
            <a:rPr lang="es-ES" sz="1600" kern="1200" dirty="0" smtClean="0"/>
            <a:t>Livianos</a:t>
          </a:r>
          <a:endParaRPr lang="es-E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Narrativa de Datos +Fluida</a:t>
          </a:r>
        </a:p>
      </dsp:txBody>
      <dsp:txXfrm>
        <a:off x="4052569" y="177105"/>
        <a:ext cx="5547539" cy="1062633"/>
      </dsp:txXfrm>
    </dsp:sp>
    <dsp:sp modelId="{2AEDBA56-2E81-4D56-8AF3-BAFEDBE81B5E}">
      <dsp:nvSpPr>
        <dsp:cNvPr id="0" name=""/>
        <dsp:cNvSpPr/>
      </dsp:nvSpPr>
      <dsp:spPr>
        <a:xfrm>
          <a:off x="0" y="0"/>
          <a:ext cx="4052570" cy="141684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6500" kern="1200" dirty="0"/>
            <a:t>Tableau</a:t>
          </a:r>
        </a:p>
      </dsp:txBody>
      <dsp:txXfrm>
        <a:off x="69165" y="69165"/>
        <a:ext cx="3914240" cy="1278513"/>
      </dsp:txXfrm>
    </dsp:sp>
    <dsp:sp modelId="{3A783D56-A0BC-4AD5-9329-79684A24EA0E}">
      <dsp:nvSpPr>
        <dsp:cNvPr id="0" name=""/>
        <dsp:cNvSpPr/>
      </dsp:nvSpPr>
      <dsp:spPr>
        <a:xfrm>
          <a:off x="4052569" y="1558528"/>
          <a:ext cx="6078855" cy="1416843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Procesos </a:t>
          </a:r>
          <a:r>
            <a:rPr lang="es-ES" sz="1600" kern="1200" dirty="0" err="1"/>
            <a:t>ETLs</a:t>
          </a:r>
          <a:r>
            <a:rPr lang="es-ES" sz="1600" kern="1200" dirty="0"/>
            <a:t> Automáticos Avanzados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Orígenes de Datos Voluminosos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Estadísticas Avanzadas con Proyecciones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Ciencia de Datos Asistida por IA</a:t>
          </a:r>
        </a:p>
      </dsp:txBody>
      <dsp:txXfrm>
        <a:off x="4052569" y="1735633"/>
        <a:ext cx="5547539" cy="1062633"/>
      </dsp:txXfrm>
    </dsp:sp>
    <dsp:sp modelId="{2EEF6D4D-B292-48BA-958F-554C49235F0E}">
      <dsp:nvSpPr>
        <dsp:cNvPr id="0" name=""/>
        <dsp:cNvSpPr/>
      </dsp:nvSpPr>
      <dsp:spPr>
        <a:xfrm>
          <a:off x="0" y="1558528"/>
          <a:ext cx="4052570" cy="141684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6500" kern="1200" dirty="0"/>
            <a:t>Python</a:t>
          </a:r>
        </a:p>
      </dsp:txBody>
      <dsp:txXfrm>
        <a:off x="69165" y="1627693"/>
        <a:ext cx="3914240" cy="1278513"/>
      </dsp:txXfrm>
    </dsp:sp>
    <dsp:sp modelId="{BFAEC925-FB30-4414-A137-454534067DA6}">
      <dsp:nvSpPr>
        <dsp:cNvPr id="0" name=""/>
        <dsp:cNvSpPr/>
      </dsp:nvSpPr>
      <dsp:spPr>
        <a:xfrm>
          <a:off x="4052569" y="3117056"/>
          <a:ext cx="6078855" cy="1416843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Bases de Datos Dedicadas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Consultas de Datos Rápidas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Obtención de Datos Nuevos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1600" kern="1200" dirty="0"/>
            <a:t>Generación de Información Complementaria </a:t>
          </a:r>
        </a:p>
      </dsp:txBody>
      <dsp:txXfrm>
        <a:off x="4052569" y="3294161"/>
        <a:ext cx="5547539" cy="1062633"/>
      </dsp:txXfrm>
    </dsp:sp>
    <dsp:sp modelId="{2215ABAA-20CE-4B96-9331-AB8905D7791C}">
      <dsp:nvSpPr>
        <dsp:cNvPr id="0" name=""/>
        <dsp:cNvSpPr/>
      </dsp:nvSpPr>
      <dsp:spPr>
        <a:xfrm>
          <a:off x="0" y="3117056"/>
          <a:ext cx="4052570" cy="141684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6500" kern="1200" dirty="0"/>
            <a:t>MySQL</a:t>
          </a:r>
        </a:p>
      </dsp:txBody>
      <dsp:txXfrm>
        <a:off x="69165" y="3186221"/>
        <a:ext cx="3914240" cy="12785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diagramLayout" Target="../diagrams/layout4.xml"/><Relationship Id="rId7" Type="http://schemas.openxmlformats.org/officeDocument/2006/relationships/image" Target="../media/image12.jp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06" y="286359"/>
            <a:ext cx="10058400" cy="629224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02E1E8C-A74D-1E34-3A77-DADDA390D6F9}"/>
              </a:ext>
            </a:extLst>
          </p:cNvPr>
          <p:cNvSpPr txBox="1"/>
          <p:nvPr/>
        </p:nvSpPr>
        <p:spPr>
          <a:xfrm>
            <a:off x="10198954" y="101693"/>
            <a:ext cx="1993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prstClr val="white"/>
                </a:solidFill>
                <a:latin typeface="Rockwell" panose="02060603020205020403"/>
              </a:rPr>
              <a:t>Gabriel Gallardo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205" y="471025"/>
            <a:ext cx="1106544" cy="73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82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Análisis de datos 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454899" y="4385733"/>
            <a:ext cx="3705225" cy="440268"/>
          </a:xfrm>
        </p:spPr>
        <p:txBody>
          <a:bodyPr/>
          <a:lstStyle/>
          <a:p>
            <a:r>
              <a:rPr lang="es-ES" dirty="0"/>
              <a:t>Modelo aplicación general:</a:t>
            </a:r>
            <a:endParaRPr lang="en-US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384300" y="2089150"/>
            <a:ext cx="9994900" cy="81703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925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s-ES" b="1" i="1" cap="none" dirty="0">
                <a:solidFill>
                  <a:srgbClr val="FFFF00"/>
                </a:solidFill>
              </a:rPr>
              <a:t>…Todo lo que se mide, se puede mejorar…</a:t>
            </a:r>
            <a:endParaRPr lang="en-US" b="1" i="1" cap="none" dirty="0">
              <a:solidFill>
                <a:srgbClr val="FFFF00"/>
              </a:solidFill>
            </a:endParaRP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>
            <a:off x="9932988" y="82019"/>
            <a:ext cx="2259012" cy="4026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all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i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Gabriel gallardo</a:t>
            </a:r>
            <a:endParaRPr lang="en-US" b="1" i="1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3580" y="5371292"/>
            <a:ext cx="1106544" cy="73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8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850900"/>
          </a:xfrm>
        </p:spPr>
        <p:txBody>
          <a:bodyPr>
            <a:normAutofit/>
          </a:bodyPr>
          <a:lstStyle/>
          <a:p>
            <a:r>
              <a:rPr lang="es-ES" sz="2400" dirty="0"/>
              <a:t>Objetivo: Convertir datos sin procesar en información útil para la toma decisiones comerciales, estratégicas, financieras y productivas</a:t>
            </a:r>
            <a:endParaRPr lang="en-US" sz="240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1" y="1689100"/>
            <a:ext cx="10131425" cy="4521200"/>
          </a:xfrm>
        </p:spPr>
      </p:pic>
    </p:spTree>
    <p:extLst>
      <p:ext uri="{BB962C8B-B14F-4D97-AF65-F5344CB8AC3E}">
        <p14:creationId xmlns:p14="http://schemas.microsoft.com/office/powerpoint/2010/main" val="249008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889000"/>
          </a:xfrm>
        </p:spPr>
        <p:txBody>
          <a:bodyPr/>
          <a:lstStyle/>
          <a:p>
            <a:r>
              <a:rPr lang="es-ES" dirty="0"/>
              <a:t>etapas adopción cultura </a:t>
            </a:r>
            <a:r>
              <a:rPr lang="es-ES" b="1" i="1" dirty="0"/>
              <a:t>data driven</a:t>
            </a:r>
            <a:endParaRPr lang="en-US" b="1" i="1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1859529"/>
              </p:ext>
            </p:extLst>
          </p:nvPr>
        </p:nvGraphicFramePr>
        <p:xfrm>
          <a:off x="685800" y="1498601"/>
          <a:ext cx="10131425" cy="4292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3660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736600"/>
          </a:xfrm>
        </p:spPr>
        <p:txBody>
          <a:bodyPr/>
          <a:lstStyle/>
          <a:p>
            <a:r>
              <a:rPr lang="es-ES" dirty="0"/>
              <a:t>Misión Analista de datos comerciales</a:t>
            </a:r>
            <a:endParaRPr lang="en-US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8912932"/>
              </p:ext>
            </p:extLst>
          </p:nvPr>
        </p:nvGraphicFramePr>
        <p:xfrm>
          <a:off x="685800" y="1651000"/>
          <a:ext cx="10131425" cy="414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009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711199"/>
          </a:xfrm>
        </p:spPr>
        <p:txBody>
          <a:bodyPr/>
          <a:lstStyle/>
          <a:p>
            <a:r>
              <a:rPr lang="es-ES" dirty="0"/>
              <a:t>Contar una historia con datos</a:t>
            </a:r>
            <a:endParaRPr lang="en-US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6567312"/>
              </p:ext>
            </p:extLst>
          </p:nvPr>
        </p:nvGraphicFramePr>
        <p:xfrm>
          <a:off x="685800" y="1435101"/>
          <a:ext cx="10131425" cy="4356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14286781-D108-7814-CCE4-DBB3B836ED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897" y="1320800"/>
            <a:ext cx="9651255" cy="509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53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673100"/>
          </a:xfrm>
        </p:spPr>
        <p:txBody>
          <a:bodyPr/>
          <a:lstStyle/>
          <a:p>
            <a:r>
              <a:rPr lang="es-ES" dirty="0"/>
              <a:t>Software PARA ANALISIS DE DATOS</a:t>
            </a:r>
            <a:endParaRPr lang="en-US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8742971"/>
              </p:ext>
            </p:extLst>
          </p:nvPr>
        </p:nvGraphicFramePr>
        <p:xfrm>
          <a:off x="685800" y="1397000"/>
          <a:ext cx="10131425" cy="4749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9781CFD8-2923-DB2A-0E87-E8CB901E35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9325" y="858078"/>
            <a:ext cx="3687900" cy="514184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DD83DF4-98C5-5964-68B3-2286E5F485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0229" y="263524"/>
            <a:ext cx="9923118" cy="633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6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736599"/>
          </a:xfrm>
        </p:spPr>
        <p:txBody>
          <a:bodyPr>
            <a:normAutofit/>
          </a:bodyPr>
          <a:lstStyle/>
          <a:p>
            <a:r>
              <a:rPr lang="es-ES" dirty="0"/>
              <a:t>Tecnologías </a:t>
            </a:r>
            <a:r>
              <a:rPr lang="es-ES" dirty="0" smtClean="0"/>
              <a:t>COMPLEMENTARIAS APLICABLES</a:t>
            </a:r>
            <a:endParaRPr lang="en-US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7377729"/>
              </p:ext>
            </p:extLst>
          </p:nvPr>
        </p:nvGraphicFramePr>
        <p:xfrm>
          <a:off x="685800" y="1752600"/>
          <a:ext cx="10131425" cy="4533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102E1E8C-A74D-1E34-3A77-DADDA390D6F9}"/>
              </a:ext>
            </a:extLst>
          </p:cNvPr>
          <p:cNvSpPr txBox="1"/>
          <p:nvPr/>
        </p:nvSpPr>
        <p:spPr>
          <a:xfrm>
            <a:off x="10198954" y="101693"/>
            <a:ext cx="1993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prstClr val="white"/>
                </a:solidFill>
                <a:latin typeface="Rockwell" panose="02060603020205020403"/>
              </a:rPr>
              <a:t>Gabriel Gallardo</a:t>
            </a:r>
          </a:p>
        </p:txBody>
      </p:sp>
    </p:spTree>
    <p:extLst>
      <p:ext uri="{BB962C8B-B14F-4D97-AF65-F5344CB8AC3E}">
        <p14:creationId xmlns:p14="http://schemas.microsoft.com/office/powerpoint/2010/main" val="273199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243</TotalTime>
  <Words>368</Words>
  <Application>Microsoft Office PowerPoint</Application>
  <PresentationFormat>Panorámica</PresentationFormat>
  <Paragraphs>67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Rockwell</vt:lpstr>
      <vt:lpstr>Celestial</vt:lpstr>
      <vt:lpstr>Presentación de PowerPoint</vt:lpstr>
      <vt:lpstr>Análisis de datos </vt:lpstr>
      <vt:lpstr>Objetivo: Convertir datos sin procesar en información útil para la toma decisiones comerciales, estratégicas, financieras y productivas</vt:lpstr>
      <vt:lpstr>etapas adopción cultura data driven</vt:lpstr>
      <vt:lpstr>Misión Analista de datos comerciales</vt:lpstr>
      <vt:lpstr>Contar una historia con datos</vt:lpstr>
      <vt:lpstr>Software PARA ANALISIS DE DATOS</vt:lpstr>
      <vt:lpstr>Tecnologías COMPLEMENTARIAS APLICABLES</vt:lpstr>
    </vt:vector>
  </TitlesOfParts>
  <Company>FASEX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datos</dc:title>
  <dc:subject>Modelo Proyecto</dc:subject>
  <dc:creator>Gabriel Gallardo</dc:creator>
  <cp:lastModifiedBy>Usuario de Windows</cp:lastModifiedBy>
  <cp:revision>36</cp:revision>
  <dcterms:created xsi:type="dcterms:W3CDTF">2024-10-24T17:25:28Z</dcterms:created>
  <dcterms:modified xsi:type="dcterms:W3CDTF">2025-04-03T21:29:43Z</dcterms:modified>
  <cp:category>Analisis</cp:category>
</cp:coreProperties>
</file>