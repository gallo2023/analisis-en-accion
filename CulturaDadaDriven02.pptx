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  <p:sldMasterId id="2147483660" r:id="rId5"/>
    <p:sldMasterId id="2147483678" r:id="rId6"/>
  </p:sldMasterIdLst>
  <p:notesMasterIdLst>
    <p:notesMasterId r:id="rId15"/>
  </p:notesMasterIdLst>
  <p:handoutMasterIdLst>
    <p:handoutMasterId r:id="rId16"/>
  </p:handoutMasterIdLst>
  <p:sldIdLst>
    <p:sldId id="266" r:id="rId7"/>
    <p:sldId id="271" r:id="rId8"/>
    <p:sldId id="267" r:id="rId9"/>
    <p:sldId id="268" r:id="rId10"/>
    <p:sldId id="269" r:id="rId11"/>
    <p:sldId id="270" r:id="rId12"/>
    <p:sldId id="272" r:id="rId13"/>
    <p:sldId id="273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outline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0B14E-AEA6-48D3-A387-ED4A3A3BF840}" type="doc">
      <dgm:prSet loTypeId="urn:microsoft.com/office/officeart/2016/7/layout/AccentHomeChevronProcess" loCatId="process" qsTypeId="urn:microsoft.com/office/officeart/2005/8/quickstyle/simple1" qsCatId="simple" csTypeId="urn:microsoft.com/office/officeart/2018/5/colors/Iconchunking_coloredoutline_colorful1" csCatId="colorful" phldr="1"/>
      <dgm:spPr/>
      <dgm:t>
        <a:bodyPr rtlCol="0"/>
        <a:lstStyle/>
        <a:p>
          <a:pPr rtl="0"/>
          <a:endParaRPr lang="en-US"/>
        </a:p>
      </dgm:t>
    </dgm:pt>
    <dgm:pt modelId="{AACEAFD5-63CF-4AFC-B46F-BE086C5D447C}">
      <dgm:prSet phldrT="[Text]"/>
      <dgm:spPr>
        <a:solidFill>
          <a:schemeClr val="accent1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es-ES" b="1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01</a:t>
          </a:r>
          <a:endParaRPr lang="es-ES" b="1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gm:t>
    </dgm:pt>
    <dgm:pt modelId="{7A0BD8EC-BB4A-4912-A54E-6F39B681264E}" type="parTrans" cxnId="{AE101ABC-7EA3-4444-A576-8AB15A371C84}">
      <dgm:prSet/>
      <dgm:spPr/>
      <dgm:t>
        <a:bodyPr rtlCol="0"/>
        <a:lstStyle/>
        <a:p>
          <a:pPr rtl="0"/>
          <a:endParaRPr lang="es-ES" noProof="0" dirty="0"/>
        </a:p>
      </dgm:t>
    </dgm:pt>
    <dgm:pt modelId="{7A8D4B4D-06E9-4958-810D-A6226B6AC588}" type="sibTrans" cxnId="{AE101ABC-7EA3-4444-A576-8AB15A371C84}">
      <dgm:prSet/>
      <dgm:spPr/>
      <dgm:t>
        <a:bodyPr rtlCol="0"/>
        <a:lstStyle/>
        <a:p>
          <a:pPr rtl="0"/>
          <a:endParaRPr lang="es-ES" noProof="0" dirty="0"/>
        </a:p>
      </dgm:t>
    </dgm:pt>
    <dgm:pt modelId="{349299C9-846E-4827-813A-349CCCE20782}">
      <dgm:prSet phldrT="[Text]" custT="1"/>
      <dgm:spPr/>
      <dgm:t>
        <a:bodyPr lIns="108000" tIns="432000" rIns="288000" rtlCol="0" anchor="ctr" anchorCtr="0"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1600" kern="12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Hablemos de tus problemas reales, tus retos y tu solución personalizada: Identificar Necesidades, Desafíos y Objetivos.</a:t>
          </a:r>
        </a:p>
      </dgm:t>
    </dgm:pt>
    <dgm:pt modelId="{AEA27547-B9ED-4994-BD27-04EC297EF367}" type="parTrans" cxnId="{0EFA3039-6828-403C-9445-4359BA6645E6}">
      <dgm:prSet/>
      <dgm:spPr/>
      <dgm:t>
        <a:bodyPr rtlCol="0"/>
        <a:lstStyle/>
        <a:p>
          <a:pPr rtl="0"/>
          <a:endParaRPr lang="es-ES" noProof="0" dirty="0"/>
        </a:p>
      </dgm:t>
    </dgm:pt>
    <dgm:pt modelId="{9D819F52-ACA0-4B08-8256-DF6BD8FA3A0B}" type="sibTrans" cxnId="{0EFA3039-6828-403C-9445-4359BA6645E6}">
      <dgm:prSet/>
      <dgm:spPr/>
      <dgm:t>
        <a:bodyPr rtlCol="0"/>
        <a:lstStyle/>
        <a:p>
          <a:pPr rtl="0"/>
          <a:endParaRPr lang="es-ES" noProof="0" dirty="0"/>
        </a:p>
      </dgm:t>
    </dgm:pt>
    <dgm:pt modelId="{5D70EFF5-8B31-4A1F-AE44-51E4CF0013EB}">
      <dgm:prSet phldrT="[Text]" custT="1"/>
      <dgm:spPr/>
      <dgm:t>
        <a:bodyPr lIns="108000" tIns="432000" rIns="288000" rtlCol="0" anchor="t" anchorCtr="0"/>
        <a:lstStyle/>
        <a:p>
          <a:pPr rtl="0">
            <a:lnSpc>
              <a:spcPts val="1500"/>
            </a:lnSpc>
          </a:pPr>
          <a:r>
            <a:rPr lang="es-ES" sz="1600" noProof="0" dirty="0" smtClean="0">
              <a:solidFill>
                <a:srgbClr val="FFFF00"/>
              </a:solidFill>
            </a:rPr>
            <a:t>Creamos tu solución personalizada: Se realizan tareas establecidas, se resuelves dudas, se optimizan soluciones </a:t>
          </a:r>
          <a:endParaRPr lang="es-ES" sz="1600" noProof="0" dirty="0">
            <a:solidFill>
              <a:srgbClr val="FFFF00"/>
            </a:solidFill>
          </a:endParaRPr>
        </a:p>
      </dgm:t>
    </dgm:pt>
    <dgm:pt modelId="{96C720A0-FEEF-48D1-8DF6-ABA03C304822}" type="parTrans" cxnId="{E97FF64F-8020-497E-AE7D-2395DDA4560D}">
      <dgm:prSet/>
      <dgm:spPr/>
      <dgm:t>
        <a:bodyPr rtlCol="0"/>
        <a:lstStyle/>
        <a:p>
          <a:pPr rtl="0"/>
          <a:endParaRPr lang="es-ES" noProof="0" dirty="0"/>
        </a:p>
      </dgm:t>
    </dgm:pt>
    <dgm:pt modelId="{B6A59CDE-18AD-4553-B6C5-FF001A8E8510}" type="sibTrans" cxnId="{E97FF64F-8020-497E-AE7D-2395DDA4560D}">
      <dgm:prSet/>
      <dgm:spPr/>
      <dgm:t>
        <a:bodyPr rtlCol="0"/>
        <a:lstStyle/>
        <a:p>
          <a:pPr rtl="0"/>
          <a:endParaRPr lang="es-ES" noProof="0" dirty="0"/>
        </a:p>
      </dgm:t>
    </dgm:pt>
    <dgm:pt modelId="{D71FC021-6A65-44D1-95B9-0E6C89079866}">
      <dgm:prSet phldrT="[Text]"/>
      <dgm:spPr>
        <a:solidFill>
          <a:schemeClr val="accent3"/>
        </a:solidFill>
        <a:ln>
          <a:solidFill>
            <a:schemeClr val="accent3"/>
          </a:solidFill>
        </a:ln>
      </dgm:spPr>
      <dgm:t>
        <a:bodyPr rtlCol="0"/>
        <a:lstStyle/>
        <a:p>
          <a:pPr rtl="0"/>
          <a:r>
            <a:rPr lang="es-ES" b="1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03</a:t>
          </a:r>
          <a:endParaRPr lang="es-ES" b="1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gm:t>
    </dgm:pt>
    <dgm:pt modelId="{862AAE39-3AAD-40E3-BA20-90187BD73242}" type="parTrans" cxnId="{53239C96-427C-420B-95DC-546F3B30ED65}">
      <dgm:prSet/>
      <dgm:spPr/>
      <dgm:t>
        <a:bodyPr rtlCol="0"/>
        <a:lstStyle/>
        <a:p>
          <a:pPr rtl="0"/>
          <a:endParaRPr lang="es-ES" noProof="0" dirty="0"/>
        </a:p>
      </dgm:t>
    </dgm:pt>
    <dgm:pt modelId="{9B090D9D-470E-46E2-AABB-0368A52481AA}" type="sibTrans" cxnId="{53239C96-427C-420B-95DC-546F3B30ED65}">
      <dgm:prSet/>
      <dgm:spPr/>
      <dgm:t>
        <a:bodyPr rtlCol="0"/>
        <a:lstStyle/>
        <a:p>
          <a:pPr rtl="0"/>
          <a:endParaRPr lang="es-ES" noProof="0" dirty="0"/>
        </a:p>
      </dgm:t>
    </dgm:pt>
    <dgm:pt modelId="{4A6BB192-9983-4F48-BBC5-6E384EED7EC5}">
      <dgm:prSet phldrT="[Text]" custT="1"/>
      <dgm:spPr/>
      <dgm:t>
        <a:bodyPr lIns="108000" tIns="432000" rIns="288000" rtlCol="0" anchor="t" anchorCtr="0"/>
        <a:lstStyle/>
        <a:p>
          <a:pPr rtl="0">
            <a:lnSpc>
              <a:spcPts val="1500"/>
            </a:lnSpc>
          </a:pPr>
          <a:r>
            <a:rPr lang="es-ES" sz="1600" noProof="0" dirty="0" smtClean="0">
              <a:solidFill>
                <a:srgbClr val="FFFF00"/>
              </a:solidFill>
            </a:rPr>
            <a:t>Puesta</a:t>
          </a:r>
          <a:r>
            <a:rPr lang="es-ES" sz="1600" baseline="0" noProof="0" dirty="0" smtClean="0">
              <a:solidFill>
                <a:srgbClr val="FFFF00"/>
              </a:solidFill>
            </a:rPr>
            <a:t> en producción; </a:t>
          </a:r>
          <a:r>
            <a:rPr lang="es-ES" sz="16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Feedback, asesoramiento, primeras decisiones basadas en la nueva información</a:t>
          </a:r>
          <a:endParaRPr lang="es-ES" sz="1600" noProof="0" dirty="0">
            <a:solidFill>
              <a:srgbClr val="FFFF00"/>
            </a:solidFill>
          </a:endParaRPr>
        </a:p>
      </dgm:t>
    </dgm:pt>
    <dgm:pt modelId="{230A6E4A-6CED-4DC0-AEFE-6859FE07B658}" type="parTrans" cxnId="{E3115EEA-DE9C-4F06-B8B3-BEB263D5F2B1}">
      <dgm:prSet/>
      <dgm:spPr/>
      <dgm:t>
        <a:bodyPr rtlCol="0"/>
        <a:lstStyle/>
        <a:p>
          <a:pPr rtl="0"/>
          <a:endParaRPr lang="es-ES" noProof="0" dirty="0"/>
        </a:p>
      </dgm:t>
    </dgm:pt>
    <dgm:pt modelId="{0B568EC2-5D2A-4B00-8047-B7832F245B44}" type="sibTrans" cxnId="{E3115EEA-DE9C-4F06-B8B3-BEB263D5F2B1}">
      <dgm:prSet/>
      <dgm:spPr/>
      <dgm:t>
        <a:bodyPr rtlCol="0"/>
        <a:lstStyle/>
        <a:p>
          <a:pPr rtl="0"/>
          <a:endParaRPr lang="es-ES" noProof="0" dirty="0"/>
        </a:p>
      </dgm:t>
    </dgm:pt>
    <dgm:pt modelId="{D07AD3FD-84FF-467E-9693-752776549C61}">
      <dgm:prSet phldrT="[Text]"/>
      <dgm:spPr>
        <a:solidFill>
          <a:schemeClr val="accent2"/>
        </a:solidFill>
        <a:ln>
          <a:solidFill>
            <a:schemeClr val="accent2"/>
          </a:solidFill>
        </a:ln>
      </dgm:spPr>
      <dgm:t>
        <a:bodyPr rtlCol="0"/>
        <a:lstStyle/>
        <a:p>
          <a:pPr rtl="0"/>
          <a:r>
            <a:rPr lang="es-ES" b="1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02</a:t>
          </a:r>
          <a:endParaRPr lang="es-ES" b="1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gm:t>
    </dgm:pt>
    <dgm:pt modelId="{A8C9B7A9-BC2A-4753-B7F0-F2E361D95520}" type="sibTrans" cxnId="{55492768-9A5E-4F74-AC7C-959C5C24EFD3}">
      <dgm:prSet/>
      <dgm:spPr/>
      <dgm:t>
        <a:bodyPr rtlCol="0"/>
        <a:lstStyle/>
        <a:p>
          <a:pPr rtl="0"/>
          <a:endParaRPr lang="es-ES" noProof="0" dirty="0"/>
        </a:p>
      </dgm:t>
    </dgm:pt>
    <dgm:pt modelId="{7B691773-F524-4FAD-A272-BDF0B0C4370A}" type="parTrans" cxnId="{55492768-9A5E-4F74-AC7C-959C5C24EFD3}">
      <dgm:prSet/>
      <dgm:spPr/>
      <dgm:t>
        <a:bodyPr rtlCol="0"/>
        <a:lstStyle/>
        <a:p>
          <a:pPr rtl="0"/>
          <a:endParaRPr lang="es-ES" noProof="0" dirty="0"/>
        </a:p>
      </dgm:t>
    </dgm:pt>
    <dgm:pt modelId="{32CCB050-072A-41BF-BE1B-388CF53E5629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 rtlCol="0"/>
        <a:lstStyle/>
        <a:p>
          <a:pPr rtl="0"/>
          <a:r>
            <a:rPr lang="es-ES" b="1" noProof="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04</a:t>
          </a:r>
        </a:p>
      </dgm:t>
    </dgm:pt>
    <dgm:pt modelId="{B301371B-A53D-4B79-8B8D-7B304894442B}" type="parTrans" cxnId="{042E0AE1-6450-410A-B96E-AFBADB139BEA}">
      <dgm:prSet/>
      <dgm:spPr/>
      <dgm:t>
        <a:bodyPr rtlCol="0"/>
        <a:lstStyle/>
        <a:p>
          <a:pPr rtl="0"/>
          <a:endParaRPr lang="es-ES" noProof="0" dirty="0"/>
        </a:p>
      </dgm:t>
    </dgm:pt>
    <dgm:pt modelId="{BF05D8EE-4413-4737-8721-DAF10D6CAB04}" type="sibTrans" cxnId="{042E0AE1-6450-410A-B96E-AFBADB139BEA}">
      <dgm:prSet/>
      <dgm:spPr/>
      <dgm:t>
        <a:bodyPr rtlCol="0"/>
        <a:lstStyle/>
        <a:p>
          <a:pPr rtl="0"/>
          <a:endParaRPr lang="es-ES" noProof="0" dirty="0"/>
        </a:p>
      </dgm:t>
    </dgm:pt>
    <dgm:pt modelId="{04A40292-9119-41B2-B968-7B651F20675D}">
      <dgm:prSet custT="1"/>
      <dgm:spPr/>
      <dgm:t>
        <a:bodyPr lIns="108000" tIns="432000" rIns="288000" rtlCol="0" anchor="t" anchorCtr="0"/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1600" kern="12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Estabilización de tu solución personalizada: Implantada la solución, se generan dudas, se sigue ofreciendo consultoría a cada sector</a:t>
          </a:r>
          <a:endParaRPr lang="es-ES" sz="1600" kern="1200" noProof="0" dirty="0">
            <a:solidFill>
              <a:srgbClr val="FFFF00"/>
            </a:solidFill>
            <a:latin typeface="+mn-lt"/>
            <a:ea typeface="+mn-ea"/>
            <a:cs typeface="+mn-cs"/>
          </a:endParaRPr>
        </a:p>
      </dgm:t>
    </dgm:pt>
    <dgm:pt modelId="{70078FF1-F2A9-4A6B-88D1-8CF3595EFE73}" type="parTrans" cxnId="{1D6C5464-DE30-4BEC-9E27-B2C179C39CC4}">
      <dgm:prSet/>
      <dgm:spPr/>
      <dgm:t>
        <a:bodyPr rtlCol="0"/>
        <a:lstStyle/>
        <a:p>
          <a:pPr rtl="0"/>
          <a:endParaRPr lang="es-ES" noProof="0" dirty="0"/>
        </a:p>
      </dgm:t>
    </dgm:pt>
    <dgm:pt modelId="{B4C4972A-0898-484E-AF78-D5D7E0F991F2}" type="sibTrans" cxnId="{1D6C5464-DE30-4BEC-9E27-B2C179C39CC4}">
      <dgm:prSet/>
      <dgm:spPr/>
      <dgm:t>
        <a:bodyPr rtlCol="0"/>
        <a:lstStyle/>
        <a:p>
          <a:pPr rtl="0"/>
          <a:endParaRPr lang="es-ES" noProof="0" dirty="0"/>
        </a:p>
      </dgm:t>
    </dgm:pt>
    <dgm:pt modelId="{594BF422-752C-42F3-A230-3D0E6AE9A886}" type="pres">
      <dgm:prSet presAssocID="{55C0B14E-AEA6-48D3-A387-ED4A3A3BF840}" presName="Name0" presStyleCnt="0">
        <dgm:presLayoutVars>
          <dgm:animLvl val="lvl"/>
          <dgm:resizeHandles val="exact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F6A1B9E0-4B4A-47A4-A011-67526CEEA770}" type="pres">
      <dgm:prSet presAssocID="{AACEAFD5-63CF-4AFC-B46F-BE086C5D447C}" presName="composite" presStyleCnt="0"/>
      <dgm:spPr/>
    </dgm:pt>
    <dgm:pt modelId="{FA4E6E73-A3C8-4495-927B-8AADA5A74297}" type="pres">
      <dgm:prSet presAssocID="{AACEAFD5-63CF-4AFC-B46F-BE086C5D447C}" presName="L" presStyleLbl="solidFgAcc1" presStyleIdx="0" presStyleCnt="4">
        <dgm:presLayoutVars>
          <dgm:chMax val="0"/>
          <dgm:chPref val="0"/>
        </dgm:presLayoutVars>
      </dgm:prSet>
      <dgm:spPr>
        <a:ln>
          <a:solidFill>
            <a:schemeClr val="accent1"/>
          </a:solidFill>
        </a:ln>
      </dgm:spPr>
    </dgm:pt>
    <dgm:pt modelId="{CA3A6A4E-2D39-41D2-A6B1-B590D0C452D2}" type="pres">
      <dgm:prSet presAssocID="{AACEAFD5-63CF-4AFC-B46F-BE086C5D447C}" presName="parTx" presStyleLbl="alignNode1" presStyleIdx="0" presStyleCnt="4" custScaleY="142198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810D7AA7-A541-4507-BE7F-36CCF210089F}" type="pres">
      <dgm:prSet presAssocID="{AACEAFD5-63CF-4AFC-B46F-BE086C5D447C}" presName="desTx" presStyleLbl="revTx" presStyleIdx="0" presStyleCnt="4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4F7CDD44-32F1-4759-861F-8DABEBBA8D89}" type="pres">
      <dgm:prSet presAssocID="{AACEAFD5-63CF-4AFC-B46F-BE086C5D447C}" presName="EmptyPlaceHolder" presStyleCnt="0"/>
      <dgm:spPr/>
    </dgm:pt>
    <dgm:pt modelId="{C9A9B9EA-6A1D-4A13-9C7F-C112F25D2888}" type="pres">
      <dgm:prSet presAssocID="{7A8D4B4D-06E9-4958-810D-A6226B6AC588}" presName="space" presStyleCnt="0"/>
      <dgm:spPr/>
    </dgm:pt>
    <dgm:pt modelId="{EC37843F-14A6-4E20-B7AE-2B086A8F5F45}" type="pres">
      <dgm:prSet presAssocID="{D07AD3FD-84FF-467E-9693-752776549C61}" presName="composite" presStyleCnt="0"/>
      <dgm:spPr/>
    </dgm:pt>
    <dgm:pt modelId="{E41E7729-FD3F-426D-804C-45BD60BD762D}" type="pres">
      <dgm:prSet presAssocID="{D07AD3FD-84FF-467E-9693-752776549C61}" presName="L" presStyleLbl="solidFgAcc1" presStyleIdx="1" presStyleCnt="4">
        <dgm:presLayoutVars>
          <dgm:chMax val="0"/>
          <dgm:chPref val="0"/>
        </dgm:presLayoutVars>
      </dgm:prSet>
      <dgm:spPr>
        <a:ln>
          <a:solidFill>
            <a:schemeClr val="accent2"/>
          </a:solidFill>
        </a:ln>
      </dgm:spPr>
    </dgm:pt>
    <dgm:pt modelId="{6C46E586-0364-4C52-98F9-74A7ACD803D1}" type="pres">
      <dgm:prSet presAssocID="{D07AD3FD-84FF-467E-9693-752776549C61}" presName="parTx" presStyleLbl="alignNode1" presStyleIdx="1" presStyleCnt="4" custAng="0" custScaleY="142430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5E07F9E4-149C-4A89-848F-4ABDD305F0C5}" type="pres">
      <dgm:prSet presAssocID="{D07AD3FD-84FF-467E-9693-752776549C61}" presName="desTx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2928FCAD-BE3F-45AC-93A5-FD98F8A50E00}" type="pres">
      <dgm:prSet presAssocID="{D07AD3FD-84FF-467E-9693-752776549C61}" presName="EmptyPlaceHolder" presStyleCnt="0"/>
      <dgm:spPr/>
    </dgm:pt>
    <dgm:pt modelId="{C2DF8D93-19C7-4E07-BCAF-9FAAB62C8CF2}" type="pres">
      <dgm:prSet presAssocID="{A8C9B7A9-BC2A-4753-B7F0-F2E361D95520}" presName="space" presStyleCnt="0"/>
      <dgm:spPr/>
    </dgm:pt>
    <dgm:pt modelId="{86E313B1-36D3-44D7-907E-22A08CB8E9CC}" type="pres">
      <dgm:prSet presAssocID="{D71FC021-6A65-44D1-95B9-0E6C89079866}" presName="composite" presStyleCnt="0"/>
      <dgm:spPr/>
    </dgm:pt>
    <dgm:pt modelId="{473F2067-7126-4D56-A328-5A8CFD3D8D52}" type="pres">
      <dgm:prSet presAssocID="{D71FC021-6A65-44D1-95B9-0E6C89079866}" presName="L" presStyleLbl="solidFgAcc1" presStyleIdx="2" presStyleCnt="4">
        <dgm:presLayoutVars>
          <dgm:chMax val="0"/>
          <dgm:chPref val="0"/>
        </dgm:presLayoutVars>
      </dgm:prSet>
      <dgm:spPr>
        <a:ln>
          <a:solidFill>
            <a:schemeClr val="accent3"/>
          </a:solidFill>
        </a:ln>
      </dgm:spPr>
    </dgm:pt>
    <dgm:pt modelId="{7A0B5EFC-88FB-4ED5-994F-D5F6584C2293}" type="pres">
      <dgm:prSet presAssocID="{D71FC021-6A65-44D1-95B9-0E6C89079866}" presName="parTx" presStyleLbl="alignNode1" presStyleIdx="2" presStyleCnt="4" custScaleY="143567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FD7B29F2-0D66-4B4B-BC8A-82DA23575305}" type="pres">
      <dgm:prSet presAssocID="{D71FC021-6A65-44D1-95B9-0E6C89079866}" presName="desTx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BABAA172-7B81-4C6B-BCF2-4572322515C5}" type="pres">
      <dgm:prSet presAssocID="{D71FC021-6A65-44D1-95B9-0E6C89079866}" presName="EmptyPlaceHolder" presStyleCnt="0"/>
      <dgm:spPr/>
    </dgm:pt>
    <dgm:pt modelId="{F5592489-4EC4-4CD3-8C9F-861313656D99}" type="pres">
      <dgm:prSet presAssocID="{9B090D9D-470E-46E2-AABB-0368A52481AA}" presName="space" presStyleCnt="0"/>
      <dgm:spPr/>
    </dgm:pt>
    <dgm:pt modelId="{62262EA1-D674-4DE8-B444-FEC3F6748520}" type="pres">
      <dgm:prSet presAssocID="{32CCB050-072A-41BF-BE1B-388CF53E5629}" presName="composite" presStyleCnt="0"/>
      <dgm:spPr/>
    </dgm:pt>
    <dgm:pt modelId="{7BF6E820-C6E3-4E2C-BB23-ADF9AD641C6B}" type="pres">
      <dgm:prSet presAssocID="{32CCB050-072A-41BF-BE1B-388CF53E5629}" presName="L" presStyleLbl="solidFgAcc1" presStyleIdx="3" presStyleCnt="4">
        <dgm:presLayoutVars>
          <dgm:chMax val="0"/>
          <dgm:chPref val="0"/>
        </dgm:presLayoutVars>
      </dgm:prSet>
      <dgm:spPr>
        <a:ln>
          <a:solidFill>
            <a:schemeClr val="accent4"/>
          </a:solidFill>
        </a:ln>
      </dgm:spPr>
    </dgm:pt>
    <dgm:pt modelId="{B8046455-4EBB-40A8-838B-B584850A8B8E}" type="pres">
      <dgm:prSet presAssocID="{32CCB050-072A-41BF-BE1B-388CF53E5629}" presName="parTx" presStyleLbl="alignNode1" presStyleIdx="3" presStyleCnt="4" custScaleY="146587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1D84544C-5924-422B-9546-A86AE4927E4C}" type="pres">
      <dgm:prSet presAssocID="{32CCB050-072A-41BF-BE1B-388CF53E5629}" presName="desTx" presStyleLbl="revTx" presStyleIdx="3" presStyleCnt="4">
        <dgm:presLayoutVars>
          <dgm:chMax val="0"/>
          <dgm:chPref val="0"/>
          <dgm:bulletEnabled val="1"/>
        </dgm:presLayoutVars>
      </dgm:prSet>
      <dgm:spPr/>
      <dgm:t>
        <a:bodyPr rtlCol="0"/>
        <a:lstStyle/>
        <a:p>
          <a:pPr rtl="0"/>
          <a:endParaRPr lang="en-US"/>
        </a:p>
      </dgm:t>
    </dgm:pt>
    <dgm:pt modelId="{ED05E404-1B63-4FC9-A7B8-277860DEBCD0}" type="pres">
      <dgm:prSet presAssocID="{32CCB050-072A-41BF-BE1B-388CF53E5629}" presName="EmptyPlaceHolder" presStyleCnt="0"/>
      <dgm:spPr/>
    </dgm:pt>
  </dgm:ptLst>
  <dgm:cxnLst>
    <dgm:cxn modelId="{E3115EEA-DE9C-4F06-B8B3-BEB263D5F2B1}" srcId="{D71FC021-6A65-44D1-95B9-0E6C89079866}" destId="{4A6BB192-9983-4F48-BBC5-6E384EED7EC5}" srcOrd="0" destOrd="0" parTransId="{230A6E4A-6CED-4DC0-AEFE-6859FE07B658}" sibTransId="{0B568EC2-5D2A-4B00-8047-B7832F245B44}"/>
    <dgm:cxn modelId="{665C05C7-3CB0-428C-B457-E59A0AF60DA1}" type="presOf" srcId="{D07AD3FD-84FF-467E-9693-752776549C61}" destId="{6C46E586-0364-4C52-98F9-74A7ACD803D1}" srcOrd="0" destOrd="0" presId="urn:microsoft.com/office/officeart/2016/7/layout/AccentHomeChevronProcess"/>
    <dgm:cxn modelId="{10122CFA-F2C6-4519-A06A-6ABCC8B80C59}" type="presOf" srcId="{32CCB050-072A-41BF-BE1B-388CF53E5629}" destId="{B8046455-4EBB-40A8-838B-B584850A8B8E}" srcOrd="0" destOrd="0" presId="urn:microsoft.com/office/officeart/2016/7/layout/AccentHomeChevronProcess"/>
    <dgm:cxn modelId="{0EFA3039-6828-403C-9445-4359BA6645E6}" srcId="{AACEAFD5-63CF-4AFC-B46F-BE086C5D447C}" destId="{349299C9-846E-4827-813A-349CCCE20782}" srcOrd="0" destOrd="0" parTransId="{AEA27547-B9ED-4994-BD27-04EC297EF367}" sibTransId="{9D819F52-ACA0-4B08-8256-DF6BD8FA3A0B}"/>
    <dgm:cxn modelId="{55492768-9A5E-4F74-AC7C-959C5C24EFD3}" srcId="{55C0B14E-AEA6-48D3-A387-ED4A3A3BF840}" destId="{D07AD3FD-84FF-467E-9693-752776549C61}" srcOrd="1" destOrd="0" parTransId="{7B691773-F524-4FAD-A272-BDF0B0C4370A}" sibTransId="{A8C9B7A9-BC2A-4753-B7F0-F2E361D95520}"/>
    <dgm:cxn modelId="{E97FF64F-8020-497E-AE7D-2395DDA4560D}" srcId="{D07AD3FD-84FF-467E-9693-752776549C61}" destId="{5D70EFF5-8B31-4A1F-AE44-51E4CF0013EB}" srcOrd="0" destOrd="0" parTransId="{96C720A0-FEEF-48D1-8DF6-ABA03C304822}" sibTransId="{B6A59CDE-18AD-4553-B6C5-FF001A8E8510}"/>
    <dgm:cxn modelId="{993A834D-F9E7-487D-A46B-FD9A309F5C59}" type="presOf" srcId="{04A40292-9119-41B2-B968-7B651F20675D}" destId="{1D84544C-5924-422B-9546-A86AE4927E4C}" srcOrd="0" destOrd="0" presId="urn:microsoft.com/office/officeart/2016/7/layout/AccentHomeChevronProcess"/>
    <dgm:cxn modelId="{6CDEA839-6538-453E-9113-58ECC65280CB}" type="presOf" srcId="{AACEAFD5-63CF-4AFC-B46F-BE086C5D447C}" destId="{CA3A6A4E-2D39-41D2-A6B1-B590D0C452D2}" srcOrd="0" destOrd="0" presId="urn:microsoft.com/office/officeart/2016/7/layout/AccentHomeChevronProcess"/>
    <dgm:cxn modelId="{219EA357-E48B-4A91-91A7-8282DFF10601}" type="presOf" srcId="{55C0B14E-AEA6-48D3-A387-ED4A3A3BF840}" destId="{594BF422-752C-42F3-A230-3D0E6AE9A886}" srcOrd="0" destOrd="0" presId="urn:microsoft.com/office/officeart/2016/7/layout/AccentHomeChevronProcess"/>
    <dgm:cxn modelId="{61E56288-5A92-4019-989A-398C8EA8A844}" type="presOf" srcId="{4A6BB192-9983-4F48-BBC5-6E384EED7EC5}" destId="{FD7B29F2-0D66-4B4B-BC8A-82DA23575305}" srcOrd="0" destOrd="0" presId="urn:microsoft.com/office/officeart/2016/7/layout/AccentHomeChevronProcess"/>
    <dgm:cxn modelId="{53239C96-427C-420B-95DC-546F3B30ED65}" srcId="{55C0B14E-AEA6-48D3-A387-ED4A3A3BF840}" destId="{D71FC021-6A65-44D1-95B9-0E6C89079866}" srcOrd="2" destOrd="0" parTransId="{862AAE39-3AAD-40E3-BA20-90187BD73242}" sibTransId="{9B090D9D-470E-46E2-AABB-0368A52481AA}"/>
    <dgm:cxn modelId="{042E0AE1-6450-410A-B96E-AFBADB139BEA}" srcId="{55C0B14E-AEA6-48D3-A387-ED4A3A3BF840}" destId="{32CCB050-072A-41BF-BE1B-388CF53E5629}" srcOrd="3" destOrd="0" parTransId="{B301371B-A53D-4B79-8B8D-7B304894442B}" sibTransId="{BF05D8EE-4413-4737-8721-DAF10D6CAB04}"/>
    <dgm:cxn modelId="{F23BFC27-EEA1-48DD-A68B-3C9BF1AE455D}" type="presOf" srcId="{349299C9-846E-4827-813A-349CCCE20782}" destId="{810D7AA7-A541-4507-BE7F-36CCF210089F}" srcOrd="0" destOrd="0" presId="urn:microsoft.com/office/officeart/2016/7/layout/AccentHomeChevronProcess"/>
    <dgm:cxn modelId="{1D6C5464-DE30-4BEC-9E27-B2C179C39CC4}" srcId="{32CCB050-072A-41BF-BE1B-388CF53E5629}" destId="{04A40292-9119-41B2-B968-7B651F20675D}" srcOrd="0" destOrd="0" parTransId="{70078FF1-F2A9-4A6B-88D1-8CF3595EFE73}" sibTransId="{B4C4972A-0898-484E-AF78-D5D7E0F991F2}"/>
    <dgm:cxn modelId="{60399491-EC61-4ACD-870E-1A66600F3D26}" type="presOf" srcId="{D71FC021-6A65-44D1-95B9-0E6C89079866}" destId="{7A0B5EFC-88FB-4ED5-994F-D5F6584C2293}" srcOrd="0" destOrd="0" presId="urn:microsoft.com/office/officeart/2016/7/layout/AccentHomeChevronProcess"/>
    <dgm:cxn modelId="{2F6485B4-0735-4D01-8060-5A89B7562619}" type="presOf" srcId="{5D70EFF5-8B31-4A1F-AE44-51E4CF0013EB}" destId="{5E07F9E4-149C-4A89-848F-4ABDD305F0C5}" srcOrd="0" destOrd="0" presId="urn:microsoft.com/office/officeart/2016/7/layout/AccentHomeChevronProcess"/>
    <dgm:cxn modelId="{AE101ABC-7EA3-4444-A576-8AB15A371C84}" srcId="{55C0B14E-AEA6-48D3-A387-ED4A3A3BF840}" destId="{AACEAFD5-63CF-4AFC-B46F-BE086C5D447C}" srcOrd="0" destOrd="0" parTransId="{7A0BD8EC-BB4A-4912-A54E-6F39B681264E}" sibTransId="{7A8D4B4D-06E9-4958-810D-A6226B6AC588}"/>
    <dgm:cxn modelId="{C93892E1-28C0-4B75-A464-293C00708672}" type="presParOf" srcId="{594BF422-752C-42F3-A230-3D0E6AE9A886}" destId="{F6A1B9E0-4B4A-47A4-A011-67526CEEA770}" srcOrd="0" destOrd="0" presId="urn:microsoft.com/office/officeart/2016/7/layout/AccentHomeChevronProcess"/>
    <dgm:cxn modelId="{D5413575-9692-46A2-A045-9ED8482318DF}" type="presParOf" srcId="{F6A1B9E0-4B4A-47A4-A011-67526CEEA770}" destId="{FA4E6E73-A3C8-4495-927B-8AADA5A74297}" srcOrd="0" destOrd="0" presId="urn:microsoft.com/office/officeart/2016/7/layout/AccentHomeChevronProcess"/>
    <dgm:cxn modelId="{3303BDD6-668D-45F1-9491-4125E782D67C}" type="presParOf" srcId="{F6A1B9E0-4B4A-47A4-A011-67526CEEA770}" destId="{CA3A6A4E-2D39-41D2-A6B1-B590D0C452D2}" srcOrd="1" destOrd="0" presId="urn:microsoft.com/office/officeart/2016/7/layout/AccentHomeChevronProcess"/>
    <dgm:cxn modelId="{3BAD5A1C-162E-4722-B818-968C4083BECD}" type="presParOf" srcId="{F6A1B9E0-4B4A-47A4-A011-67526CEEA770}" destId="{810D7AA7-A541-4507-BE7F-36CCF210089F}" srcOrd="2" destOrd="0" presId="urn:microsoft.com/office/officeart/2016/7/layout/AccentHomeChevronProcess"/>
    <dgm:cxn modelId="{A3B267C1-BAFC-42F0-A63A-6491CFDC1ED2}" type="presParOf" srcId="{F6A1B9E0-4B4A-47A4-A011-67526CEEA770}" destId="{4F7CDD44-32F1-4759-861F-8DABEBBA8D89}" srcOrd="3" destOrd="0" presId="urn:microsoft.com/office/officeart/2016/7/layout/AccentHomeChevronProcess"/>
    <dgm:cxn modelId="{80CC9289-BA8F-4ED7-A4ED-9FA5EF71D964}" type="presParOf" srcId="{594BF422-752C-42F3-A230-3D0E6AE9A886}" destId="{C9A9B9EA-6A1D-4A13-9C7F-C112F25D2888}" srcOrd="1" destOrd="0" presId="urn:microsoft.com/office/officeart/2016/7/layout/AccentHomeChevronProcess"/>
    <dgm:cxn modelId="{5B7985CA-BC92-461D-A77E-E2320D4992D0}" type="presParOf" srcId="{594BF422-752C-42F3-A230-3D0E6AE9A886}" destId="{EC37843F-14A6-4E20-B7AE-2B086A8F5F45}" srcOrd="2" destOrd="0" presId="urn:microsoft.com/office/officeart/2016/7/layout/AccentHomeChevronProcess"/>
    <dgm:cxn modelId="{1996E4D7-D809-45CA-9DF0-561A93BDAFB1}" type="presParOf" srcId="{EC37843F-14A6-4E20-B7AE-2B086A8F5F45}" destId="{E41E7729-FD3F-426D-804C-45BD60BD762D}" srcOrd="0" destOrd="0" presId="urn:microsoft.com/office/officeart/2016/7/layout/AccentHomeChevronProcess"/>
    <dgm:cxn modelId="{16E53752-1AB8-4CD2-BFD6-85C0CDA26E1B}" type="presParOf" srcId="{EC37843F-14A6-4E20-B7AE-2B086A8F5F45}" destId="{6C46E586-0364-4C52-98F9-74A7ACD803D1}" srcOrd="1" destOrd="0" presId="urn:microsoft.com/office/officeart/2016/7/layout/AccentHomeChevronProcess"/>
    <dgm:cxn modelId="{FAC2F23D-E510-4342-91C3-FCAB11B207C0}" type="presParOf" srcId="{EC37843F-14A6-4E20-B7AE-2B086A8F5F45}" destId="{5E07F9E4-149C-4A89-848F-4ABDD305F0C5}" srcOrd="2" destOrd="0" presId="urn:microsoft.com/office/officeart/2016/7/layout/AccentHomeChevronProcess"/>
    <dgm:cxn modelId="{3843A525-0A63-4743-B0E8-0F795D54B4E4}" type="presParOf" srcId="{EC37843F-14A6-4E20-B7AE-2B086A8F5F45}" destId="{2928FCAD-BE3F-45AC-93A5-FD98F8A50E00}" srcOrd="3" destOrd="0" presId="urn:microsoft.com/office/officeart/2016/7/layout/AccentHomeChevronProcess"/>
    <dgm:cxn modelId="{D179D84E-BE2C-46EF-8594-412D3A7F9213}" type="presParOf" srcId="{594BF422-752C-42F3-A230-3D0E6AE9A886}" destId="{C2DF8D93-19C7-4E07-BCAF-9FAAB62C8CF2}" srcOrd="3" destOrd="0" presId="urn:microsoft.com/office/officeart/2016/7/layout/AccentHomeChevronProcess"/>
    <dgm:cxn modelId="{D8554B98-FAA7-4800-BB76-916BA7A2B10E}" type="presParOf" srcId="{594BF422-752C-42F3-A230-3D0E6AE9A886}" destId="{86E313B1-36D3-44D7-907E-22A08CB8E9CC}" srcOrd="4" destOrd="0" presId="urn:microsoft.com/office/officeart/2016/7/layout/AccentHomeChevronProcess"/>
    <dgm:cxn modelId="{19D10FBF-8E65-4EB5-9B54-54A271982B0D}" type="presParOf" srcId="{86E313B1-36D3-44D7-907E-22A08CB8E9CC}" destId="{473F2067-7126-4D56-A328-5A8CFD3D8D52}" srcOrd="0" destOrd="0" presId="urn:microsoft.com/office/officeart/2016/7/layout/AccentHomeChevronProcess"/>
    <dgm:cxn modelId="{11A73768-8587-4E2B-BDDA-6254211FDF2D}" type="presParOf" srcId="{86E313B1-36D3-44D7-907E-22A08CB8E9CC}" destId="{7A0B5EFC-88FB-4ED5-994F-D5F6584C2293}" srcOrd="1" destOrd="0" presId="urn:microsoft.com/office/officeart/2016/7/layout/AccentHomeChevronProcess"/>
    <dgm:cxn modelId="{522D3FED-6E8C-40DF-8BA8-A80510ACC48F}" type="presParOf" srcId="{86E313B1-36D3-44D7-907E-22A08CB8E9CC}" destId="{FD7B29F2-0D66-4B4B-BC8A-82DA23575305}" srcOrd="2" destOrd="0" presId="urn:microsoft.com/office/officeart/2016/7/layout/AccentHomeChevronProcess"/>
    <dgm:cxn modelId="{8075A955-4651-4DD2-B114-EB147BF378DF}" type="presParOf" srcId="{86E313B1-36D3-44D7-907E-22A08CB8E9CC}" destId="{BABAA172-7B81-4C6B-BCF2-4572322515C5}" srcOrd="3" destOrd="0" presId="urn:microsoft.com/office/officeart/2016/7/layout/AccentHomeChevronProcess"/>
    <dgm:cxn modelId="{76487C60-81CC-4808-A6F6-74C757E56AA2}" type="presParOf" srcId="{594BF422-752C-42F3-A230-3D0E6AE9A886}" destId="{F5592489-4EC4-4CD3-8C9F-861313656D99}" srcOrd="5" destOrd="0" presId="urn:microsoft.com/office/officeart/2016/7/layout/AccentHomeChevronProcess"/>
    <dgm:cxn modelId="{DF11AE77-7C6F-4023-B9CA-C466C92E9683}" type="presParOf" srcId="{594BF422-752C-42F3-A230-3D0E6AE9A886}" destId="{62262EA1-D674-4DE8-B444-FEC3F6748520}" srcOrd="6" destOrd="0" presId="urn:microsoft.com/office/officeart/2016/7/layout/AccentHomeChevronProcess"/>
    <dgm:cxn modelId="{18CDA0B2-B372-4A35-AE00-5304AC3837D3}" type="presParOf" srcId="{62262EA1-D674-4DE8-B444-FEC3F6748520}" destId="{7BF6E820-C6E3-4E2C-BB23-ADF9AD641C6B}" srcOrd="0" destOrd="0" presId="urn:microsoft.com/office/officeart/2016/7/layout/AccentHomeChevronProcess"/>
    <dgm:cxn modelId="{0DF47D5B-8611-4D8E-928B-AA2D5766C18B}" type="presParOf" srcId="{62262EA1-D674-4DE8-B444-FEC3F6748520}" destId="{B8046455-4EBB-40A8-838B-B584850A8B8E}" srcOrd="1" destOrd="0" presId="urn:microsoft.com/office/officeart/2016/7/layout/AccentHomeChevronProcess"/>
    <dgm:cxn modelId="{7C4A88D9-8926-4433-834A-47C1FDDF722F}" type="presParOf" srcId="{62262EA1-D674-4DE8-B444-FEC3F6748520}" destId="{1D84544C-5924-422B-9546-A86AE4927E4C}" srcOrd="2" destOrd="0" presId="urn:microsoft.com/office/officeart/2016/7/layout/AccentHomeChevronProcess"/>
    <dgm:cxn modelId="{43D30544-AB0A-43E8-A43D-B1F41277B0F8}" type="presParOf" srcId="{62262EA1-D674-4DE8-B444-FEC3F6748520}" destId="{ED05E404-1B63-4FC9-A7B8-277860DEBCD0}" srcOrd="3" destOrd="0" presId="urn:microsoft.com/office/officeart/2016/7/layout/AccentHomeChevro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E6E73-A3C8-4495-927B-8AADA5A74297}">
      <dsp:nvSpPr>
        <dsp:cNvPr id="0" name=""/>
        <dsp:cNvSpPr/>
      </dsp:nvSpPr>
      <dsp:spPr>
        <a:xfrm rot="5400000">
          <a:off x="-1444638" y="2121086"/>
          <a:ext cx="3126715" cy="22049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A4E-2D39-41D2-A6B1-B590D0C452D2}">
      <dsp:nvSpPr>
        <dsp:cNvPr id="0" name=""/>
        <dsp:cNvSpPr/>
      </dsp:nvSpPr>
      <dsp:spPr>
        <a:xfrm>
          <a:off x="8472" y="3176111"/>
          <a:ext cx="2756164" cy="1042238"/>
        </a:xfrm>
        <a:prstGeom prst="homePlate">
          <a:avLst>
            <a:gd name="adj" fmla="val 25000"/>
          </a:avLst>
        </a:prstGeom>
        <a:solidFill>
          <a:schemeClr val="accent1"/>
        </a:solidFill>
        <a:ln w="1905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rtlCol="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01</a:t>
          </a:r>
          <a:endParaRPr lang="es-ES" sz="1800" b="1" kern="1200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sp:txBody>
      <dsp:txXfrm>
        <a:off x="8472" y="3176111"/>
        <a:ext cx="2625884" cy="1042238"/>
      </dsp:txXfrm>
    </dsp:sp>
    <dsp:sp modelId="{810D7AA7-A541-4507-BE7F-36CCF210089F}">
      <dsp:nvSpPr>
        <dsp:cNvPr id="0" name=""/>
        <dsp:cNvSpPr/>
      </dsp:nvSpPr>
      <dsp:spPr>
        <a:xfrm>
          <a:off x="228965" y="936658"/>
          <a:ext cx="2238005" cy="2207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432000" rIns="288000" bIns="0" numCol="1" spcCol="1270" rtlCol="0" anchor="ctr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1600" kern="12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Hablemos de tus problemas reales, tus retos y tu solución personalizada: Identificar Necesidades, Desafíos y Objetivos.</a:t>
          </a:r>
        </a:p>
      </dsp:txBody>
      <dsp:txXfrm>
        <a:off x="228965" y="936658"/>
        <a:ext cx="2238005" cy="2207522"/>
      </dsp:txXfrm>
    </dsp:sp>
    <dsp:sp modelId="{E41E7729-FD3F-426D-804C-45BD60BD762D}">
      <dsp:nvSpPr>
        <dsp:cNvPr id="0" name=""/>
        <dsp:cNvSpPr/>
      </dsp:nvSpPr>
      <dsp:spPr>
        <a:xfrm rot="5400000">
          <a:off x="1198728" y="2121936"/>
          <a:ext cx="3131816" cy="22049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6E586-0364-4C52-98F9-74A7ACD803D1}">
      <dsp:nvSpPr>
        <dsp:cNvPr id="0" name=""/>
        <dsp:cNvSpPr/>
      </dsp:nvSpPr>
      <dsp:spPr>
        <a:xfrm>
          <a:off x="2654390" y="3176111"/>
          <a:ext cx="2756164" cy="1043938"/>
        </a:xfrm>
        <a:prstGeom prst="chevron">
          <a:avLst>
            <a:gd name="adj" fmla="val 25000"/>
          </a:avLst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rtlCol="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02</a:t>
          </a:r>
          <a:endParaRPr lang="es-ES" sz="1800" b="1" kern="1200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sp:txBody>
      <dsp:txXfrm>
        <a:off x="2915375" y="3176111"/>
        <a:ext cx="2234195" cy="1043938"/>
      </dsp:txXfrm>
    </dsp:sp>
    <dsp:sp modelId="{5E07F9E4-149C-4A89-848F-4ABDD305F0C5}">
      <dsp:nvSpPr>
        <dsp:cNvPr id="0" name=""/>
        <dsp:cNvSpPr/>
      </dsp:nvSpPr>
      <dsp:spPr>
        <a:xfrm>
          <a:off x="2874883" y="935708"/>
          <a:ext cx="2238005" cy="2211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432000" rIns="288000" bIns="0" numCol="1" spcCol="1270" rtlCol="0" anchor="t" anchorCtr="0">
          <a:noAutofit/>
        </a:bodyPr>
        <a:lstStyle/>
        <a:p>
          <a:pPr lvl="0" algn="l" defTabSz="711200" rtl="0">
            <a:lnSpc>
              <a:spcPts val="15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noProof="0" dirty="0" smtClean="0">
              <a:solidFill>
                <a:srgbClr val="FFFF00"/>
              </a:solidFill>
            </a:rPr>
            <a:t>Creamos tu solución personalizada: Se realizan tareas establecidas, se resuelves dudas, se optimizan soluciones </a:t>
          </a:r>
          <a:endParaRPr lang="es-ES" sz="1600" kern="1200" noProof="0" dirty="0">
            <a:solidFill>
              <a:srgbClr val="FFFF00"/>
            </a:solidFill>
          </a:endParaRPr>
        </a:p>
      </dsp:txBody>
      <dsp:txXfrm>
        <a:off x="2874883" y="935708"/>
        <a:ext cx="2238005" cy="2211124"/>
      </dsp:txXfrm>
    </dsp:sp>
    <dsp:sp modelId="{473F2067-7126-4D56-A328-5A8CFD3D8D52}">
      <dsp:nvSpPr>
        <dsp:cNvPr id="0" name=""/>
        <dsp:cNvSpPr/>
      </dsp:nvSpPr>
      <dsp:spPr>
        <a:xfrm rot="5400000">
          <a:off x="3832145" y="2126103"/>
          <a:ext cx="3156817" cy="22049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B5EFC-88FB-4ED5-994F-D5F6584C2293}">
      <dsp:nvSpPr>
        <dsp:cNvPr id="0" name=""/>
        <dsp:cNvSpPr/>
      </dsp:nvSpPr>
      <dsp:spPr>
        <a:xfrm>
          <a:off x="5300307" y="3176111"/>
          <a:ext cx="2756164" cy="1052272"/>
        </a:xfrm>
        <a:prstGeom prst="chevron">
          <a:avLst>
            <a:gd name="adj" fmla="val 25000"/>
          </a:avLst>
        </a:prstGeom>
        <a:solidFill>
          <a:schemeClr val="accent3"/>
        </a:solidFill>
        <a:ln w="1905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rtlCol="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noProof="0" dirty="0" smtClean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03</a:t>
          </a:r>
          <a:endParaRPr lang="es-ES" sz="1800" b="1" kern="1200" noProof="0" dirty="0">
            <a:effectLst>
              <a:outerShdw blurRad="50800" dist="38100" dir="2700000" algn="tl" rotWithShape="0">
                <a:schemeClr val="tx1">
                  <a:alpha val="50000"/>
                </a:schemeClr>
              </a:outerShdw>
            </a:effectLst>
            <a:latin typeface="+mj-lt"/>
          </a:endParaRPr>
        </a:p>
      </dsp:txBody>
      <dsp:txXfrm>
        <a:off x="5563375" y="3176111"/>
        <a:ext cx="2230028" cy="1052272"/>
      </dsp:txXfrm>
    </dsp:sp>
    <dsp:sp modelId="{FD7B29F2-0D66-4B4B-BC8A-82DA23575305}">
      <dsp:nvSpPr>
        <dsp:cNvPr id="0" name=""/>
        <dsp:cNvSpPr/>
      </dsp:nvSpPr>
      <dsp:spPr>
        <a:xfrm>
          <a:off x="5520800" y="931049"/>
          <a:ext cx="2238005" cy="2228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432000" rIns="288000" bIns="0" numCol="1" spcCol="1270" rtlCol="0" anchor="t" anchorCtr="0">
          <a:noAutofit/>
        </a:bodyPr>
        <a:lstStyle/>
        <a:p>
          <a:pPr lvl="0" algn="l" defTabSz="711200" rtl="0">
            <a:lnSpc>
              <a:spcPts val="15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noProof="0" dirty="0" smtClean="0">
              <a:solidFill>
                <a:srgbClr val="FFFF00"/>
              </a:solidFill>
            </a:rPr>
            <a:t>Puesta</a:t>
          </a:r>
          <a:r>
            <a:rPr lang="es-ES" sz="1600" kern="1200" baseline="0" noProof="0" dirty="0" smtClean="0">
              <a:solidFill>
                <a:srgbClr val="FFFF00"/>
              </a:solidFill>
            </a:rPr>
            <a:t> en producción; </a:t>
          </a:r>
          <a:r>
            <a:rPr lang="es-ES" sz="1600" kern="12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Feedback, asesoramiento, primeras decisiones basadas en la nueva información</a:t>
          </a:r>
          <a:endParaRPr lang="es-ES" sz="1600" kern="1200" noProof="0" dirty="0">
            <a:solidFill>
              <a:srgbClr val="FFFF00"/>
            </a:solidFill>
          </a:endParaRPr>
        </a:p>
      </dsp:txBody>
      <dsp:txXfrm>
        <a:off x="5520800" y="931049"/>
        <a:ext cx="2238005" cy="2228775"/>
      </dsp:txXfrm>
    </dsp:sp>
    <dsp:sp modelId="{7BF6E820-C6E3-4E2C-BB23-ADF9AD641C6B}">
      <dsp:nvSpPr>
        <dsp:cNvPr id="0" name=""/>
        <dsp:cNvSpPr/>
      </dsp:nvSpPr>
      <dsp:spPr>
        <a:xfrm rot="5400000">
          <a:off x="6444860" y="2137170"/>
          <a:ext cx="3223222" cy="220493"/>
        </a:xfrm>
        <a:prstGeom prst="corner">
          <a:avLst>
            <a:gd name="adj1" fmla="val 1000"/>
            <a:gd name="adj2" fmla="val 1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46455-4EBB-40A8-838B-B584850A8B8E}">
      <dsp:nvSpPr>
        <dsp:cNvPr id="0" name=""/>
        <dsp:cNvSpPr/>
      </dsp:nvSpPr>
      <dsp:spPr>
        <a:xfrm>
          <a:off x="7946225" y="3176111"/>
          <a:ext cx="2756164" cy="1074407"/>
        </a:xfrm>
        <a:prstGeom prst="chevron">
          <a:avLst>
            <a:gd name="adj" fmla="val 25000"/>
          </a:avLst>
        </a:prstGeom>
        <a:solidFill>
          <a:schemeClr val="accent4"/>
        </a:solidFill>
        <a:ln w="1905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228600" rIns="114300" bIns="228600" numCol="1" spcCol="1270" rtlCol="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b="1" kern="1200" noProof="0" dirty="0">
              <a:effectLst>
                <a:outerShdw blurRad="50800" dist="38100" dir="2700000" algn="tl" rotWithShape="0">
                  <a:schemeClr val="tx1">
                    <a:alpha val="50000"/>
                  </a:schemeClr>
                </a:outerShdw>
              </a:effectLst>
              <a:latin typeface="+mj-lt"/>
            </a:rPr>
            <a:t>FASE 04</a:t>
          </a:r>
        </a:p>
      </dsp:txBody>
      <dsp:txXfrm>
        <a:off x="8214827" y="3176111"/>
        <a:ext cx="2218960" cy="1074407"/>
      </dsp:txXfrm>
    </dsp:sp>
    <dsp:sp modelId="{1D84544C-5924-422B-9546-A86AE4927E4C}">
      <dsp:nvSpPr>
        <dsp:cNvPr id="0" name=""/>
        <dsp:cNvSpPr/>
      </dsp:nvSpPr>
      <dsp:spPr>
        <a:xfrm>
          <a:off x="8166718" y="918675"/>
          <a:ext cx="2238005" cy="2275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00" tIns="432000" rIns="288000" bIns="0" numCol="1" spcCol="1270" rtlCol="0" anchor="t" anchorCtr="0">
          <a:noAutofit/>
        </a:bodyPr>
        <a:lstStyle/>
        <a:p>
          <a:pPr marL="0" lvl="0" indent="0" algn="l" defTabSz="533400" rtl="0">
            <a:lnSpc>
              <a:spcPts val="15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1600" kern="1200" noProof="0" dirty="0" smtClean="0">
              <a:solidFill>
                <a:srgbClr val="FFFF00"/>
              </a:solidFill>
              <a:latin typeface="+mn-lt"/>
              <a:ea typeface="+mn-ea"/>
              <a:cs typeface="+mn-cs"/>
            </a:rPr>
            <a:t>Estabilización de tu solución personalizada: Implantada la solución, se generan dudas, se sigue ofreciendo consultoría a cada sector</a:t>
          </a:r>
          <a:endParaRPr lang="es-ES" sz="1600" kern="1200" noProof="0" dirty="0">
            <a:solidFill>
              <a:srgbClr val="FFFF00"/>
            </a:solidFill>
            <a:latin typeface="+mn-lt"/>
            <a:ea typeface="+mn-ea"/>
            <a:cs typeface="+mn-cs"/>
          </a:endParaRPr>
        </a:p>
      </dsp:txBody>
      <dsp:txXfrm>
        <a:off x="8166718" y="918675"/>
        <a:ext cx="2238005" cy="2275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AccentHomeChevronProcess">
  <dgm:title val="Accent Home Chevron Process"/>
  <dgm:desc val="Use to show a progression; a timeline; sequential steps in a task, process, or workflow; or to emphasize movement or direction. Level 1 text appears inside an chevron shape, except the first shape which comes in a home shape, while Level 2 text appears above the invisible rectangle shapes."/>
  <dgm:catLst>
    <dgm:cat type="process" pri="500"/>
    <dgm:cat type="timeline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contrsBasedOnsibTransCount">
      <dgm:if name="oneSibTrans" axis="ch" ptType="sibTrans" func="cnt" op="equ" val="1">
        <dgm:constrLst>
          <dgm:constr type="h" for="ch" forName="composite" refType="h" fact="0.6"/>
          <dgm:constr type="w" for="ch" forName="composite" refType="w"/>
          <dgm:constr type="primFontSz" for="des" forName="parTx" val="20"/>
          <dgm:constr type="primFontSz" for="des" forName="desTx" refType="primFontSz" refFor="des" refForName="parTx" op="lte"/>
          <dgm:constr type="primFontSz" for="des" forName="parTx" op="equ"/>
          <dgm:constr type="primFontSz" for="des" forName="desTx" op="equ"/>
          <dgm:constr type="w" for="ch" forName="space" refType="w" refFor="ch" refForName="composite" fact="-0.02"/>
          <dgm:constr type="w" for="ch" ptType="sibTrans" op="equ"/>
        </dgm:constrLst>
      </dgm:if>
      <dgm:else name="moreThanOneSibTrans">
        <dgm:choose name="contrsForMoreThanOneSibTrans">
          <dgm:if name="twoSibTrans" axis="ch" ptType="sibTrans" func="cnt" op="equ" val="2">
            <dgm:constrLst>
              <dgm:constr type="h" for="ch" forName="composite" refType="h" fact="0.6"/>
              <dgm:constr type="w" for="ch" forName="composite" refType="w"/>
              <dgm:constr type="primFontSz" for="des" forName="parTx" val="20"/>
              <dgm:constr type="primFontSz" for="des" forName="desTx" refType="primFontSz" refFor="des" refForName="parTx" op="lte"/>
              <dgm:constr type="primFontSz" for="des" forName="parTx" op="equ"/>
              <dgm:constr type="primFontSz" for="des" forName="desTx" op="equ"/>
              <dgm:constr type="w" for="ch" forName="space" refType="w" refFor="ch" refForName="composite" fact="-0.03"/>
              <dgm:constr type="w" for="ch" ptType="sibTrans" op="equ"/>
            </dgm:constrLst>
          </dgm:if>
          <dgm:else name="moreThanTwoSibTrans">
            <dgm:choose name="contrsForMoreThanTwoSibTrans">
              <dgm:if name="threeSibTrans" axis="ch" ptType="sibTrans" func="cnt" op="equ" val="3">
                <dgm:constrLst>
                  <dgm:constr type="h" for="ch" forName="composite" refType="h" fact="0.6"/>
                  <dgm:constr type="w" for="ch" forName="composite" refType="w"/>
                  <dgm:constr type="primFontSz" for="des" forName="parTx" val="20"/>
                  <dgm:constr type="primFontSz" for="des" forName="desTx" refType="primFontSz" refFor="des" refForName="parTx" op="lte"/>
                  <dgm:constr type="primFontSz" for="des" forName="parTx" op="equ"/>
                  <dgm:constr type="primFontSz" for="des" forName="desTx" op="equ"/>
                  <dgm:constr type="w" for="ch" forName="space" refType="w" refFor="ch" refForName="composite" fact="-0.04"/>
                  <dgm:constr type="w" for="ch" ptType="sibTrans" op="equ"/>
                </dgm:constrLst>
              </dgm:if>
              <dgm:else name="moreThanThreeSibTrans">
                <dgm:choose name="contrsForMoreThanThreeSibTrans">
                  <dgm:if name="fourToSixSibTrans" axis="ch" ptType="sibTrans" func="cnt" op="lte" val="6">
                    <dgm:constrLst>
                      <dgm:constr type="h" for="ch" forName="composite" refType="h" fact="0.6"/>
                      <dgm:constr type="w" for="ch" forName="composite" refType="w"/>
                      <dgm:constr type="primFontSz" for="des" forName="parTx" val="20"/>
                      <dgm:constr type="primFontSz" for="des" forName="desTx" refType="primFontSz" refFor="des" refForName="parTx" op="lte"/>
                      <dgm:constr type="primFontSz" for="des" forName="parTx" op="equ"/>
                      <dgm:constr type="primFontSz" for="des" forName="desTx" op="equ"/>
                      <dgm:constr type="w" for="ch" forName="space" refType="w" refFor="ch" refForName="composite" fact="-0.05"/>
                      <dgm:constr type="w" for="ch" ptType="sibTrans" op="equ"/>
                    </dgm:constrLst>
                  </dgm:if>
                  <dgm:else name="moreThanSixSibTrans">
                    <dgm:choose name="contrsForMoreThanSixSibTrans">
                      <dgm:if name="sevenToEightSibTrans" axis="ch" ptType="sibTrans" func="cnt" op="lte" val="8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7"/>
                          <dgm:constr type="w" for="ch" ptType="sibTrans" op="equ"/>
                        </dgm:constrLst>
                      </dgm:if>
                      <dgm:else name="moreThanEightSibTrans">
                        <dgm:constrLst>
                          <dgm:constr type="h" for="ch" forName="composite" refType="h" fact="0.6"/>
                          <dgm:constr type="w" for="ch" forName="composite" refType="w"/>
                          <dgm:constr type="primFontSz" for="des" forName="parTx" val="20"/>
                          <dgm:constr type="primFontSz" for="des" forName="desTx" refType="primFontSz" refFor="des" refForName="parTx" op="lte"/>
                          <dgm:constr type="primFontSz" for="des" forName="parTx" op="equ"/>
                          <dgm:constr type="primFontSz" for="des" forName="desTx" op="equ"/>
                          <dgm:constr type="w" for="ch" forName="space" refType="w" refFor="ch" refForName="composite" fact="-0.09"/>
                          <dgm:constr type="w" for="ch" ptType="sibTrans" op="equ"/>
                        </dgm:constrLst>
                      </dgm:else>
                    </dgm:choose>
                  </dgm:else>
                </dgm:choose>
              </dgm:else>
            </dgm:choose>
          </dgm:else>
        </dgm:choose>
      </dgm:else>
    </dgm:choose>
    <dgm:ruleLst/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LayoutLTRorRTL">
          <dgm:if name="LayoutLTR" func="var" arg="dir" op="equ" val="norm">
            <dgm:constrLst>
              <dgm:constr type="w" for="ch" forName="L" refType="w" fact="0.08"/>
              <dgm:constr type="h" for="ch" forName="L" refType="h" fact="0.75"/>
              <dgm:constr type="l" for="ch" forName="L"/>
              <dgm:constr type="l" for="ch" forName="parTx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l" for="ch" forName="desTx" refType="r" refFor="ch" refForName="L"/>
              <dgm:constr type="w" for="ch" forName="desTx" refType="w" fact="0.812"/>
              <dgm:constr type="w" for="ch" forName="EmptyPlaceHolder" refType="w" fact="0.82"/>
              <dgm:constr type="l" for="ch" forName="EmptyPlaceHolder" refType="r" refFor="ch" refForName="L"/>
              <dgm:constr type="b" for="ch" forName="EmptyPlaceHolder" refType="b" refFor="ch" refForName="L"/>
              <dgm:constr type="h" for="ch" forName="EmptyPlaceHolder" refType="t" refFor="ch" refForName="desTx"/>
            </dgm:constrLst>
          </dgm:if>
          <dgm:else name="LayoutRTL">
            <dgm:constrLst>
              <dgm:constr type="w" for="ch" forName="L" refType="w" fact="0.08"/>
              <dgm:constr type="h" for="ch" forName="L" refType="h" fact="0.75"/>
              <dgm:constr type="r" for="ch" forName="L" refType="w"/>
              <dgm:constr type="r" for="ch" forName="parTx" refType="w"/>
              <dgm:constr type="w" for="ch" forName="parTx" refType="w"/>
              <dgm:constr type="h" for="ch" forName="parTx" refType="h" fact="0.25"/>
              <dgm:constr type="t" for="ch" forName="parTx" refType="b" refFor="ch" refForName="L"/>
              <dgm:constr type="t" for="ch" forName="desTx" refType="w" refFor="ch" refForName="L" fact="0.6"/>
              <dgm:constr type="b" for="ch" forName="desTx" refType="t" refFor="ch" refForName="EmptyPlaceHolder"/>
              <dgm:constr type="r" for="ch" forName="desTx" refType="l" refFor="ch" refForName="L"/>
              <dgm:constr type="w" for="ch" forName="desTx" refType="w" fact="0.812"/>
              <dgm:constr type="w" for="ch" forName="EmptyPlaceHolder" refType="w" fact="0.82"/>
              <dgm:constr type="h" for="ch" forName="EmptyPlaceHolder" refType="w" refFor="ch" refForName="L" fact="0.6"/>
              <dgm:constr type="b" for="ch" forName="EmptyPlaceHolder" refType="b" refFor="ch" refForName="L"/>
            </dgm:constrLst>
          </dgm:else>
        </dgm:choose>
        <dgm:layoutNode name="L" styleLbl="solidFgAcc1" moveWith="parTx">
          <dgm:varLst>
            <dgm:chMax val="0"/>
            <dgm:chPref val="0"/>
          </dgm:varLst>
          <dgm:alg type="sp"/>
          <dgm:choose name="Name310">
            <dgm:if name="Name311" func="var" arg="dir" op="equ" val="norm">
              <dgm:shape xmlns:r="http://schemas.openxmlformats.org/officeDocument/2006/relationships" rot="90" type="corner" r:blip="">
                <dgm:adjLst>
                  <dgm:adj idx="1" val="0.01"/>
                  <dgm:adj idx="2" val="0.01"/>
                </dgm:adjLst>
              </dgm:shape>
            </dgm:if>
            <dgm:else name="Name312">
              <dgm:shape xmlns:r="http://schemas.openxmlformats.org/officeDocument/2006/relationships" rot="180" type="corner" r:blip="">
                <dgm:adjLst>
                  <dgm:adj idx="1" val="0.01"/>
                  <dgm:adj idx="2" val="0.01"/>
                </dgm:adjLst>
              </dgm:shape>
            </dgm:else>
          </dgm:choose>
          <dgm:presOf/>
          <dgm:constrLst/>
          <dgm:ruleLst/>
        </dgm:layoutNode>
        <dgm:layoutNode name="parTx" styleLbl="alignNode1">
          <dgm:varLst>
            <dgm:chMax val="0"/>
            <dgm:chPref val="0"/>
            <dgm:bulletEnabled val="1"/>
          </dgm:varLst>
          <dgm:alg type="tx">
            <dgm:param type="txAnchorVert" val="mid"/>
            <dgm:param type="parTxLTRAlign" val="ctr"/>
            <dgm:param type="parTxRTLAlign" val="ctr"/>
          </dgm:alg>
          <dgm:choose name="MakeFirstNodeHomePlate">
            <dgm:if name="IfFirstNode" axis="self" ptType="node" func="pos" op="equ" val="1">
              <dgm:choose name="Name110">
                <dgm:if name="Name111" func="var" arg="dir" op="equ" val="norm">
                  <dgm:shape xmlns:r="http://schemas.openxmlformats.org/officeDocument/2006/relationships" type="homePlate" r:blip="">
                    <dgm:adjLst>
                      <dgm:adj idx="1" val="0.25"/>
                    </dgm:adjLst>
                  </dgm:shape>
                </dgm:if>
                <dgm:else name="Name112">
                  <dgm:shape xmlns:r="http://schemas.openxmlformats.org/officeDocument/2006/relationships" rot="180" type="homePlate" r:blip="">
                    <dgm:adjLst>
                      <dgm:adj idx="1" val="0.25"/>
                    </dgm:adjLst>
                  </dgm:shape>
                </dgm:else>
              </dgm:choose>
            </dgm:if>
            <dgm:else name="MakeRestOfNodesChevrons"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>
                      <dgm:adj idx="1" val="0.25"/>
                    </dgm:adjLst>
                  </dgm:shape>
                </dgm:if>
                <dgm:else name="Name12">
                  <dgm:shape xmlns:r="http://schemas.openxmlformats.org/officeDocument/2006/relationships" rot="180" type="chevron" r:blip="">
                    <dgm:adjLst>
                      <dgm:adj idx="1" val="0.25"/>
                    </dgm:adjLst>
                  </dgm:shape>
                </dgm:else>
              </dgm:choose>
            </dgm:else>
          </dgm:choose>
          <dgm:presOf axis="self" ptType="node"/>
          <dgm:constrLst>
            <dgm:constr type="tMarg" refType="primFontSz"/>
            <dgm:constr type="bMarg" refType="primFontSz"/>
            <dgm:constr type="lMarg" refType="primFontSz" fact="0.5"/>
            <dgm:constr type="rMarg" refType="primFontSz" fact="0.5"/>
          </dgm:constrLst>
          <dgm:ruleLst>
            <dgm:rule type="primFontSz" val="13" fact="NaN" max="NaN"/>
          </dgm:ruleLst>
        </dgm:layoutNode>
        <dgm:layoutNode name="desTx" styleLbl="revTx" moveWith="parTx">
          <dgm:varLst>
            <dgm:chMax val="0"/>
            <dgm:chPref val="0"/>
            <dgm:bulletEnabled val="1"/>
          </dgm:varLst>
          <dgm:choose name="Name210">
            <dgm:if name="Name211" func="var" arg="dir" op="equ" val="norm">
              <dgm:alg type="tx">
                <dgm:param type="txAnchorVert" val="t"/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12">
              <dgm:alg type="tx">
                <dgm:param type="txAnchorVert" val="t"/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tMarg"/>
            <dgm:constr type="bMarg"/>
            <dgm:constr type="lMarg"/>
            <dgm:constr type="rMarg"/>
          </dgm:constrLst>
          <dgm:ruleLst>
            <dgm:rule type="primFontSz" val="11" fact="NaN" max="NaN"/>
            <dgm:rule type="secFontSz" val="9" fact="NaN" max="NaN"/>
          </dgm:ruleLst>
        </dgm:layoutNode>
        <dgm:layoutNode name="EmptyPlaceHolder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148F02-35C7-49E6-993F-E82908D7AF75}" type="datetime1">
              <a:rPr lang="es-ES" smtClean="0"/>
              <a:t>03/04/2025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531EA-3B14-40B9-94EF-FFD37E1084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3190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AAB062-198E-4F51-A2F6-E1757EE113E0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33D7A2-C585-48BF-BF8C-C21FDC051F7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1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s-ES" noProof="1" dirty="0" smtClean="0"/>
              <a:t>1</a:t>
            </a:fld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401333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9DC9BE-8102-4ADA-9C69-422E2361041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82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1" smtClean="0"/>
              <a:t>Haga clic para modificar el estilo de título del patrón</a:t>
            </a:r>
            <a:endParaRPr lang="es-ES" noProof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1" smtClean="0"/>
              <a:t>Haga clic para editar el estilo de subtítulo del patrón</a:t>
            </a:r>
            <a:endParaRPr lang="es-ES" noProof="1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498F6463-E3E5-495A-9247-FB13D216B2BB}" type="datetime1">
              <a:rPr lang="es-ES" noProof="1" smtClean="0"/>
              <a:t>03/04/2025</a:t>
            </a:fld>
            <a:endParaRPr lang="es-ES" noProof="1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es-ES" noProof="1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1" dirty="0" smtClean="0"/>
              <a:pPr rtl="0"/>
              <a:t>‹Nº›</a:t>
            </a:fld>
            <a:endParaRPr lang="es-ES" noProof="1"/>
          </a:p>
        </p:txBody>
      </p:sp>
      <p:grpSp>
        <p:nvGrpSpPr>
          <p:cNvPr id="7" name="Grupo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orma libre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orma libre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E64886-2519-4079-84AC-2CC2F797F4E0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33F794C-6882-41AC-82BF-60BB9E6F3BCD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Forma libre 6" title="Marca de recorte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585378-E0B5-4F68-82D2-43529871C830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BEEF58-48C9-467B-A631-1E436BEDAB11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60F666-88B8-4DF3-9956-D08FAF884D2A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1315F2-01CA-4762-8977-05CA9889EEFD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 title="Forma de fo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8C31800-ABDF-4500-B590-0F98C33628D8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 title="Barra de divisió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 title="Forma de fondo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A0C785D8-623B-4B06-B6D3-7A2D6A2C5207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 title="Barra de divisió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9C1930-778F-4458-8924-EEC59DD2356C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C51A39-469D-45D6-9466-8F867D5AA5F3}" type="datetime1">
              <a:rPr lang="es-ES" noProof="0" smtClean="0"/>
              <a:t>03/04/2025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184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42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255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441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930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591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257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7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98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865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063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71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50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712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77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257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0959563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26575037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98685855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276705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3063401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1373882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71856181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3217911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08850402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6986471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35007550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7180821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52329255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3548127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3472226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95207225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97925498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B8498729-8E0E-452C-9DE5-20C4280E68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8339" y="5310000"/>
            <a:ext cx="4536000" cy="1548000"/>
          </a:xfrm>
          <a:solidFill>
            <a:schemeClr val="bg1">
              <a:lumMod val="85000"/>
              <a:alpha val="80000"/>
            </a:schemeClr>
          </a:solidFill>
        </p:spPr>
        <p:txBody>
          <a:bodyPr lIns="288000" tIns="252000" rtlCol="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 rtl="0"/>
            <a:r>
              <a:rPr lang="es-ES" noProof="0" dirty="0" smtClean="0"/>
              <a:t>Título adicional de la etapa 02</a:t>
            </a:r>
          </a:p>
          <a:p>
            <a:pPr lvl="1" rtl="0"/>
            <a:r>
              <a:rPr lang="es-ES" noProof="0" dirty="0" err="1" smtClean="0"/>
              <a:t>Lorem</a:t>
            </a:r>
            <a:r>
              <a:rPr lang="es-ES" noProof="0" dirty="0" smtClean="0"/>
              <a:t> </a:t>
            </a:r>
            <a:r>
              <a:rPr lang="es-ES" noProof="0" dirty="0" err="1" smtClean="0"/>
              <a:t>ipsum</a:t>
            </a:r>
            <a:r>
              <a:rPr lang="es-ES" noProof="0" dirty="0" smtClean="0"/>
              <a:t> dolor </a:t>
            </a:r>
            <a:r>
              <a:rPr lang="es-ES" noProof="0" dirty="0" err="1" smtClean="0"/>
              <a:t>sit</a:t>
            </a:r>
            <a:r>
              <a:rPr lang="es-ES" noProof="0" dirty="0" smtClean="0"/>
              <a:t> </a:t>
            </a:r>
            <a:r>
              <a:rPr lang="es-ES" noProof="0" dirty="0" err="1" smtClean="0"/>
              <a:t>amet</a:t>
            </a:r>
            <a:r>
              <a:rPr lang="es-ES" noProof="0" dirty="0" smtClean="0"/>
              <a:t>, </a:t>
            </a:r>
            <a:r>
              <a:rPr lang="es-ES" noProof="0" dirty="0" err="1" smtClean="0"/>
              <a:t>consectetuer</a:t>
            </a:r>
            <a:r>
              <a:rPr lang="es-ES" noProof="0" dirty="0" smtClean="0"/>
              <a:t> </a:t>
            </a:r>
            <a:r>
              <a:rPr lang="es-ES" noProof="0" dirty="0" err="1" smtClean="0"/>
              <a:t>adipiscing</a:t>
            </a:r>
            <a:r>
              <a:rPr lang="es-ES" noProof="0" dirty="0" smtClean="0"/>
              <a:t> </a:t>
            </a:r>
            <a:r>
              <a:rPr lang="es-ES" noProof="0" dirty="0" err="1" smtClean="0"/>
              <a:t>elit</a:t>
            </a:r>
            <a:r>
              <a:rPr lang="es-ES" noProof="0" dirty="0" smtClean="0"/>
              <a:t>, sed </a:t>
            </a:r>
            <a:r>
              <a:rPr lang="es-ES" noProof="0" dirty="0" err="1" smtClean="0"/>
              <a:t>diam</a:t>
            </a:r>
            <a:r>
              <a:rPr lang="es-ES" noProof="0" dirty="0" smtClean="0"/>
              <a:t> </a:t>
            </a:r>
            <a:r>
              <a:rPr lang="es-ES" noProof="0" dirty="0" err="1" smtClean="0"/>
              <a:t>nonummy</a:t>
            </a:r>
            <a:endParaRPr lang="es-ES" noProof="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F6ED01E-03BA-4CB7-BDDB-4A7F0B0DA4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583" y="5310000"/>
            <a:ext cx="2778470" cy="1548000"/>
          </a:xfrm>
          <a:solidFill>
            <a:schemeClr val="bg1">
              <a:lumMod val="95000"/>
            </a:schemeClr>
          </a:solidFill>
        </p:spPr>
        <p:txBody>
          <a:bodyPr lIns="288000" tIns="252000" rtlCol="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 rtl="0"/>
            <a:r>
              <a:rPr lang="es-ES" noProof="0" dirty="0" smtClean="0"/>
              <a:t>Título de fase adicional 01</a:t>
            </a:r>
          </a:p>
          <a:p>
            <a:pPr lvl="1" rtl="0"/>
            <a:r>
              <a:rPr lang="es-ES" noProof="0" dirty="0" err="1" smtClean="0"/>
              <a:t>Lorem</a:t>
            </a:r>
            <a:r>
              <a:rPr lang="es-ES" noProof="0" dirty="0" smtClean="0"/>
              <a:t> </a:t>
            </a:r>
            <a:r>
              <a:rPr lang="es-ES" noProof="0" dirty="0" err="1" smtClean="0"/>
              <a:t>ipsum</a:t>
            </a:r>
            <a:r>
              <a:rPr lang="es-ES" noProof="0" dirty="0" smtClean="0"/>
              <a:t> dolor </a:t>
            </a:r>
            <a:r>
              <a:rPr lang="es-ES" noProof="0" dirty="0" err="1" smtClean="0"/>
              <a:t>sit</a:t>
            </a:r>
            <a:r>
              <a:rPr lang="es-ES" noProof="0" dirty="0" smtClean="0"/>
              <a:t> </a:t>
            </a:r>
            <a:r>
              <a:rPr lang="es-ES" noProof="0" dirty="0" err="1" smtClean="0"/>
              <a:t>amet</a:t>
            </a:r>
            <a:r>
              <a:rPr lang="es-ES" noProof="0" dirty="0" smtClean="0"/>
              <a:t>, </a:t>
            </a:r>
            <a:r>
              <a:rPr lang="es-ES" noProof="0" dirty="0" err="1" smtClean="0"/>
              <a:t>consectetuer</a:t>
            </a:r>
            <a:r>
              <a:rPr lang="es-ES" noProof="0" dirty="0" smtClean="0"/>
              <a:t> </a:t>
            </a:r>
            <a:r>
              <a:rPr lang="es-ES" noProof="0" dirty="0" err="1" smtClean="0"/>
              <a:t>adipiscing</a:t>
            </a:r>
            <a:r>
              <a:rPr lang="es-ES" noProof="0" dirty="0" smtClean="0"/>
              <a:t> </a:t>
            </a:r>
            <a:r>
              <a:rPr lang="es-ES" noProof="0" dirty="0" err="1" smtClean="0"/>
              <a:t>elit</a:t>
            </a:r>
            <a:r>
              <a:rPr lang="es-ES" noProof="0" dirty="0" smtClean="0"/>
              <a:t>, sed </a:t>
            </a:r>
            <a:r>
              <a:rPr lang="es-ES" noProof="0" dirty="0" err="1" smtClean="0"/>
              <a:t>diam</a:t>
            </a:r>
            <a:r>
              <a:rPr lang="es-ES" noProof="0" dirty="0" smtClean="0"/>
              <a:t> </a:t>
            </a:r>
            <a:r>
              <a:rPr lang="es-ES" noProof="0" dirty="0" err="1" smtClean="0"/>
              <a:t>nonummy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060639-BF2D-41F8-822B-DED03338D2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80354" y="197121"/>
            <a:ext cx="10711545" cy="1325563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 dirty="0" smtClean="0"/>
              <a:t>Escala de tiempo del proyecto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3306069"/>
          </a:xfrm>
        </p:spPr>
        <p:txBody>
          <a:bodyPr rtlCol="0"/>
          <a:lstStyle/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19" name="Marcador de texto 16">
            <a:extLst>
              <a:ext uri="{FF2B5EF4-FFF2-40B4-BE49-F238E27FC236}">
                <a16:creationId xmlns:a16="http://schemas.microsoft.com/office/drawing/2014/main" id="{1C51713D-9A60-48EF-A25A-764AEDE9E6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6626" y="5310000"/>
            <a:ext cx="3103200" cy="1548000"/>
          </a:xfrm>
          <a:solidFill>
            <a:schemeClr val="bg1">
              <a:lumMod val="95000"/>
            </a:schemeClr>
          </a:solidFill>
        </p:spPr>
        <p:txBody>
          <a:bodyPr lIns="288000" tIns="252000" rtlCol="0"/>
          <a:lstStyle>
            <a:lvl1pPr marL="0" indent="0">
              <a:spcBef>
                <a:spcPts val="500"/>
              </a:spcBef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500"/>
              </a:spcBef>
              <a:buNone/>
              <a:defRPr sz="1000">
                <a:solidFill>
                  <a:schemeClr val="bg2"/>
                </a:solidFill>
              </a:defRPr>
            </a:lvl2pPr>
          </a:lstStyle>
          <a:p>
            <a:pPr lvl="0" rtl="0"/>
            <a:r>
              <a:rPr lang="es-ES" noProof="0" dirty="0" smtClean="0"/>
              <a:t>Título adicional de la etapa 3</a:t>
            </a:r>
          </a:p>
          <a:p>
            <a:pPr lvl="1" rtl="0"/>
            <a:r>
              <a:rPr lang="es-ES" noProof="0" dirty="0" err="1" smtClean="0"/>
              <a:t>Lorem</a:t>
            </a:r>
            <a:r>
              <a:rPr lang="es-ES" noProof="0" dirty="0" smtClean="0"/>
              <a:t> </a:t>
            </a:r>
            <a:r>
              <a:rPr lang="es-ES" noProof="0" dirty="0" err="1" smtClean="0"/>
              <a:t>ipsum</a:t>
            </a:r>
            <a:r>
              <a:rPr lang="es-ES" noProof="0" dirty="0" smtClean="0"/>
              <a:t> dolor </a:t>
            </a:r>
            <a:r>
              <a:rPr lang="es-ES" noProof="0" dirty="0" err="1" smtClean="0"/>
              <a:t>sit</a:t>
            </a:r>
            <a:r>
              <a:rPr lang="es-ES" noProof="0" dirty="0" smtClean="0"/>
              <a:t> </a:t>
            </a:r>
            <a:r>
              <a:rPr lang="es-ES" noProof="0" dirty="0" err="1" smtClean="0"/>
              <a:t>amet</a:t>
            </a:r>
            <a:r>
              <a:rPr lang="es-ES" noProof="0" dirty="0" smtClean="0"/>
              <a:t>, </a:t>
            </a:r>
            <a:r>
              <a:rPr lang="es-ES" noProof="0" dirty="0" err="1" smtClean="0"/>
              <a:t>consectetuer</a:t>
            </a:r>
            <a:r>
              <a:rPr lang="es-ES" noProof="0" dirty="0" smtClean="0"/>
              <a:t> </a:t>
            </a:r>
            <a:r>
              <a:rPr lang="es-ES" noProof="0" dirty="0" err="1" smtClean="0"/>
              <a:t>adipiscing</a:t>
            </a:r>
            <a:r>
              <a:rPr lang="es-ES" noProof="0" dirty="0" smtClean="0"/>
              <a:t> </a:t>
            </a:r>
            <a:r>
              <a:rPr lang="es-ES" noProof="0" dirty="0" err="1" smtClean="0"/>
              <a:t>elit</a:t>
            </a:r>
            <a:r>
              <a:rPr lang="es-ES" noProof="0" dirty="0" smtClean="0"/>
              <a:t>, sed </a:t>
            </a:r>
            <a:r>
              <a:rPr lang="es-ES" noProof="0" dirty="0" err="1" smtClean="0"/>
              <a:t>diam</a:t>
            </a:r>
            <a:r>
              <a:rPr lang="es-ES" noProof="0" dirty="0" smtClean="0"/>
              <a:t> </a:t>
            </a:r>
            <a:r>
              <a:rPr lang="es-ES" noProof="0" dirty="0" err="1" smtClean="0"/>
              <a:t>nonummy</a:t>
            </a:r>
            <a:endParaRPr lang="es-ES" noProof="0" dirty="0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03706AB-7768-4239-93C0-28F2AC35B71A}"/>
              </a:ext>
            </a:extLst>
          </p:cNvPr>
          <p:cNvCxnSpPr/>
          <p:nvPr userDrawn="1"/>
        </p:nvCxnSpPr>
        <p:spPr>
          <a:xfrm>
            <a:off x="2324559" y="1181100"/>
            <a:ext cx="630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3653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60639-BF2D-41F8-822B-DED03338D28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80354" y="197121"/>
            <a:ext cx="10711545" cy="1325563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 dirty="0"/>
              <a:t>Escala de tiempo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4522924"/>
          </a:xfrm>
        </p:spPr>
        <p:txBody>
          <a:bodyPr rtlCol="0"/>
          <a:lstStyle/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03706AB-7768-4239-93C0-28F2AC35B71A}"/>
              </a:ext>
            </a:extLst>
          </p:cNvPr>
          <p:cNvCxnSpPr/>
          <p:nvPr userDrawn="1"/>
        </p:nvCxnSpPr>
        <p:spPr>
          <a:xfrm>
            <a:off x="2324557" y="1181100"/>
            <a:ext cx="6300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0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1"/>
              <a:t>Haga clic para modificar los estilos de texto del patrón</a:t>
            </a:r>
          </a:p>
          <a:p>
            <a:pPr lvl="1" rtl="0"/>
            <a:r>
              <a:rPr lang="es-ES" noProof="1"/>
              <a:t>Segundo nivel</a:t>
            </a:r>
          </a:p>
          <a:p>
            <a:pPr lvl="2" rtl="0"/>
            <a:r>
              <a:rPr lang="es-ES" noProof="1"/>
              <a:t>Tercer nivel</a:t>
            </a:r>
          </a:p>
          <a:p>
            <a:pPr lvl="3" rtl="0"/>
            <a:r>
              <a:rPr lang="es-ES" noProof="1"/>
              <a:t>Cuarto nivel</a:t>
            </a:r>
          </a:p>
          <a:p>
            <a:pPr lvl="4" rtl="0"/>
            <a:r>
              <a:rPr lang="es-ES" noProof="1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32753D48-8572-4784-98D4-3FA29A2341E7}" type="datetime1">
              <a:rPr lang="es-ES" noProof="1" smtClean="0"/>
              <a:t>03/04/2025</a:t>
            </a:fld>
            <a:endParaRPr lang="es-ES" noProof="1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es-ES" noProof="1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es-ES" noProof="1" dirty="0" smtClean="0"/>
              <a:pPr rtl="0"/>
              <a:t>‹Nº›</a:t>
            </a:fld>
            <a:endParaRPr lang="es-ES" noProof="1"/>
          </a:p>
        </p:txBody>
      </p:sp>
      <p:sp>
        <p:nvSpPr>
          <p:cNvPr id="9" name="Rectángulo 8" title="Barra lateral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25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632C137-209C-427A-8E86-BCCE0E9990CA}" type="datetime1">
              <a:rPr lang="es-ES" noProof="0" smtClean="0"/>
              <a:t>03/04/2025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20A9A2B-DCEA-459B-8067-44D042050D8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02158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1"/>
          </a:p>
        </p:txBody>
      </p:sp>
      <p:pic>
        <p:nvPicPr>
          <p:cNvPr id="23" name="Imagen 22" descr="Primer plano muy cercano de un gráfico de líneas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10"/>
            <a:ext cx="5268177" cy="676278"/>
          </a:xfrm>
        </p:spPr>
        <p:txBody>
          <a:bodyPr rtlCol="0">
            <a:normAutofit/>
          </a:bodyPr>
          <a:lstStyle/>
          <a:p>
            <a:pPr algn="l"/>
            <a:r>
              <a:rPr lang="es-ES" sz="3600" noProof="1" smtClean="0">
                <a:solidFill>
                  <a:srgbClr val="FFFFFF"/>
                </a:solidFill>
              </a:rPr>
              <a:t>Analisis de datos</a:t>
            </a:r>
            <a:endParaRPr lang="es-ES" sz="3600" noProof="1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4920855"/>
            <a:ext cx="5268177" cy="387745"/>
          </a:xfrm>
        </p:spPr>
        <p:txBody>
          <a:bodyPr rtlCol="0">
            <a:normAutofit lnSpcReduction="10000"/>
          </a:bodyPr>
          <a:lstStyle/>
          <a:p>
            <a:pPr algn="l" rtl="0">
              <a:spcAft>
                <a:spcPts val="600"/>
              </a:spcAft>
            </a:pPr>
            <a:r>
              <a:rPr lang="es-ES" sz="1800" noProof="1" smtClean="0">
                <a:solidFill>
                  <a:srgbClr val="FFFFFF"/>
                </a:solidFill>
              </a:rPr>
              <a:t>Business Intelligence</a:t>
            </a:r>
            <a:endParaRPr lang="es-ES" sz="1800" noProof="1">
              <a:solidFill>
                <a:srgbClr val="FFFFF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2E1E8C-A74D-1E34-3A77-DADDA390D6F9}"/>
              </a:ext>
            </a:extLst>
          </p:cNvPr>
          <p:cNvSpPr txBox="1"/>
          <p:nvPr/>
        </p:nvSpPr>
        <p:spPr>
          <a:xfrm>
            <a:off x="10198954" y="101693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prstClr val="white"/>
                </a:solidFill>
                <a:latin typeface="Rockwell" panose="02060603020205020403"/>
              </a:rPr>
              <a:t>Gabriel Gallardo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77900"/>
          </a:xfrm>
        </p:spPr>
        <p:txBody>
          <a:bodyPr/>
          <a:lstStyle/>
          <a:p>
            <a:r>
              <a:rPr lang="es-ES" dirty="0" smtClean="0"/>
              <a:t>Que busca y necesita mi empresa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3" y="1739901"/>
            <a:ext cx="9905998" cy="32257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s-ES" dirty="0" smtClean="0"/>
              <a:t>Reducir costes y ser mas eficiente.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dirty="0" smtClean="0"/>
              <a:t>Incrementar ventas.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dirty="0" smtClean="0"/>
              <a:t>Incrementar márgenes y rentabilidad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dirty="0" smtClean="0"/>
              <a:t>Reducir riesgos en tu negocio.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dirty="0" smtClean="0"/>
              <a:t>Conseguir y retener talento</a:t>
            </a:r>
          </a:p>
        </p:txBody>
      </p:sp>
    </p:spTree>
    <p:extLst>
      <p:ext uri="{BB962C8B-B14F-4D97-AF65-F5344CB8AC3E}">
        <p14:creationId xmlns:p14="http://schemas.microsoft.com/office/powerpoint/2010/main" val="407358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51012" y="368301"/>
            <a:ext cx="8676222" cy="1041399"/>
          </a:xfrm>
        </p:spPr>
        <p:txBody>
          <a:bodyPr/>
          <a:lstStyle/>
          <a:p>
            <a:r>
              <a:rPr lang="es-ES" dirty="0" smtClean="0"/>
              <a:t>Problemas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51012" y="1905000"/>
            <a:ext cx="8676222" cy="3886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 smtClean="0"/>
              <a:t>Toma de decisiones con escasa información y asumiendo riesgos en consecuencia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 smtClean="0"/>
              <a:t>Toma de decisiones tardías por el tiempo excesivo para tener información actualizada y validada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 smtClean="0"/>
              <a:t>Información oculta/desconocida que puede ser útil para tener una mejor perspectiva y aplicar cambios operativos beneficiosos.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9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520700"/>
            <a:ext cx="9905998" cy="10287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Causas falta de información adecuada disponible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3" y="1701801"/>
            <a:ext cx="9905998" cy="35305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No tienes los dashboards actualizados con la frecuencia requerida.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Cuando necesitas un nuevo informe tienes que esperar mucho tiempo.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La falta de dashboards automatizados genera demasiado tiempo con tareas repetitivas y mecánicas.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Se genera excesiva carga de trabajo y la solución no es contratar mas gente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Los dashboards no son claros y útiles dificultando la visualización e interacción rápida con la información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9800"/>
          </a:xfrm>
        </p:spPr>
        <p:txBody>
          <a:bodyPr/>
          <a:lstStyle/>
          <a:p>
            <a:r>
              <a:rPr lang="es-ES" dirty="0" smtClean="0"/>
              <a:t>Situación inicial de la empresa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3" y="1930399"/>
            <a:ext cx="9905998" cy="3124201"/>
          </a:xfrm>
        </p:spPr>
        <p:txBody>
          <a:bodyPr/>
          <a:lstStyle/>
          <a:p>
            <a:pPr>
              <a:buFont typeface="Century Gothic" panose="020B0502020202020204" pitchFamily="34" charset="0"/>
              <a:buChar char="ж"/>
            </a:pPr>
            <a:r>
              <a:rPr lang="es-ES" dirty="0" smtClean="0"/>
              <a:t>Falta de tiempo para análisis de información y propuesta de soluciones correspondientes.</a:t>
            </a:r>
          </a:p>
          <a:p>
            <a:pPr>
              <a:buFont typeface="Century Gothic" panose="020B0502020202020204" pitchFamily="34" charset="0"/>
              <a:buChar char="ж"/>
            </a:pPr>
            <a:r>
              <a:rPr lang="es-ES" dirty="0" smtClean="0"/>
              <a:t>Trabajo extra al momento de actualizar informes periódicos (semanal/mensual)</a:t>
            </a:r>
          </a:p>
          <a:p>
            <a:pPr>
              <a:buFont typeface="Century Gothic" panose="020B0502020202020204" pitchFamily="34" charset="0"/>
              <a:buChar char="ж"/>
            </a:pPr>
            <a:r>
              <a:rPr lang="es-ES" dirty="0" smtClean="0"/>
              <a:t>Excesivas tareas de actualización poco productivas, monótonas, repetitivas y propensas a errores.</a:t>
            </a:r>
          </a:p>
          <a:p>
            <a:pPr>
              <a:buFont typeface="Century Gothic" panose="020B0502020202020204" pitchFamily="34" charset="0"/>
              <a:buChar char="ж"/>
            </a:pPr>
            <a:r>
              <a:rPr lang="es-ES" dirty="0" smtClean="0"/>
              <a:t>Estrés innecesario con la actualización (semanal, mensual, trimestral) por urgencia de información y errores en resultados entregados.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9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90600"/>
          </a:xfrm>
        </p:spPr>
        <p:txBody>
          <a:bodyPr/>
          <a:lstStyle/>
          <a:p>
            <a:r>
              <a:rPr lang="es-ES" dirty="0" smtClean="0"/>
              <a:t>A donde buscamos llegar con </a:t>
            </a:r>
            <a:r>
              <a:rPr lang="es-ES" i="1" dirty="0" smtClean="0"/>
              <a:t>data driven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3" y="1600201"/>
            <a:ext cx="9905998" cy="4191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Se toman decisiones informadas con mejores resultados con información actualizada diariamente.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Mayor productividad, enfocándose en el análisis y toma de decisiones.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Se pueden satisfacer en tiempo y forma las nuevas peticiones de información (dashboards, reportes) mucho más rápido y enfocadas a la necesidad.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Se Logra un trabajo mas seguro y motivado.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Menos estrés, eliminación de picos de trabajo y horas extras agotadoras.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 smtClean="0"/>
              <a:t>Mayor reconocimiento y valoración, al lograr objetivos definidos y claros.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4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0A5AC-B286-4927-A556-E62F15F9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smtClean="0"/>
              <a:t>Fases implementación data driven</a:t>
            </a:r>
            <a:endParaRPr lang="es-ES" dirty="0"/>
          </a:p>
        </p:txBody>
      </p:sp>
      <p:graphicFrame>
        <p:nvGraphicFramePr>
          <p:cNvPr id="4" name="Marcador de contenido 6" descr="Diagrama de proceso de SmartArt">
            <a:extLst>
              <a:ext uri="{FF2B5EF4-FFF2-40B4-BE49-F238E27FC236}">
                <a16:creationId xmlns:a16="http://schemas.microsoft.com/office/drawing/2014/main" id="{3F3F2756-2E70-4E81-9B93-4AC1BABBE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851435"/>
              </p:ext>
            </p:extLst>
          </p:nvPr>
        </p:nvGraphicFramePr>
        <p:xfrm>
          <a:off x="681038" y="1422400"/>
          <a:ext cx="10710862" cy="488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66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SOLUCIONES </a:t>
            </a:r>
            <a:r>
              <a:rPr lang="es-ES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DRIVEN </a:t>
            </a:r>
            <a:r>
              <a:rPr lang="es-ES" dirty="0" smtClean="0"/>
              <a:t>FUNCIONANDO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5" y="1522684"/>
            <a:ext cx="5602102" cy="4306616"/>
          </a:xfrm>
        </p:spPr>
      </p:pic>
      <p:pic>
        <p:nvPicPr>
          <p:cNvPr id="8" name="Marcador de contenido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26" y="1522684"/>
            <a:ext cx="5602102" cy="430661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02E1E8C-A74D-1E34-3A77-DADDA390D6F9}"/>
              </a:ext>
            </a:extLst>
          </p:cNvPr>
          <p:cNvSpPr txBox="1"/>
          <p:nvPr/>
        </p:nvSpPr>
        <p:spPr>
          <a:xfrm>
            <a:off x="10198954" y="6362793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Gabriel Gallardo</a:t>
            </a:r>
          </a:p>
        </p:txBody>
      </p:sp>
    </p:spTree>
    <p:extLst>
      <p:ext uri="{BB962C8B-B14F-4D97-AF65-F5344CB8AC3E}">
        <p14:creationId xmlns:p14="http://schemas.microsoft.com/office/powerpoint/2010/main" val="131572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972_TF34357615.potx" id="{C86973C6-2DA0-4089-9514-87FF768B367B}" vid="{9027C86C-E911-48B6-A8D3-7E2305217078}"/>
    </a:ext>
  </a:extLst>
</a:theme>
</file>

<file path=ppt/theme/theme2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ppt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71af3243-3dd4-4a8d-8c0d-dd76da1f02a5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Recorte</Template>
  <TotalTime>0</TotalTime>
  <Words>402</Words>
  <Application>Microsoft Office PowerPoint</Application>
  <PresentationFormat>Panorámica</PresentationFormat>
  <Paragraphs>44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Bookman Old Style</vt:lpstr>
      <vt:lpstr>Calibri</vt:lpstr>
      <vt:lpstr>Century Gothic</vt:lpstr>
      <vt:lpstr>Franklin Gothic Book</vt:lpstr>
      <vt:lpstr>Rockwell</vt:lpstr>
      <vt:lpstr>Wingdings</vt:lpstr>
      <vt:lpstr>Recorte</vt:lpstr>
      <vt:lpstr>Malla</vt:lpstr>
      <vt:lpstr>Damask</vt:lpstr>
      <vt:lpstr>Analisis de datos</vt:lpstr>
      <vt:lpstr>Que busca y necesita mi empresa</vt:lpstr>
      <vt:lpstr>Problemas</vt:lpstr>
      <vt:lpstr>Causas falta de información adecuada disponible</vt:lpstr>
      <vt:lpstr>Situación inicial de la empresa</vt:lpstr>
      <vt:lpstr>A donde buscamos llegar con data driven</vt:lpstr>
      <vt:lpstr>Fases implementación data driven</vt:lpstr>
      <vt:lpstr>SOLUCIONES DATA DRIVEN FUNCIONANDO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2024-10-29T13:31:22Z</dcterms:created>
  <dcterms:modified xsi:type="dcterms:W3CDTF">2025-04-03T21:28:12Z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